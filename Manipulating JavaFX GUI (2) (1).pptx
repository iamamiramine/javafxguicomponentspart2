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10287000" cx="18288000"/>
  <p:notesSz cx="6858000" cy="9144000"/>
  <p:embeddedFontLst>
    <p:embeddedFont>
      <p:font typeface="VT323"/>
      <p:regular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r:id="rId24" roundtripDataSignature="AMtx7mhD63zX6q+xVCwa7wQjMIwe9qEH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24" Type="http://customschemas.google.com/relationships/presentationmetadata" Target="metadata"/><Relationship Id="rId12" Type="http://schemas.openxmlformats.org/officeDocument/2006/relationships/slide" Target="slides/slide6.xml"/><Relationship Id="rId23" Type="http://schemas.openxmlformats.org/officeDocument/2006/relationships/font" Target="fonts/VT323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f2c60f424f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f2c60f424f_2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f26aa2a313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f26aa2a313_1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f2c60f424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gf2c60f424f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f2c60f424f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gf2c60f424f_2_10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f2c60f424f_2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gf2c60f424f_2_1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f2c60f424f_2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gf2c60f424f_2_1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f2c60f424f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gf2c60f424f_0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f2c60f424f_2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gf2c60f424f_2_20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f2c60f424f_2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gf2c60f424f_2_25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f2c60f424f_2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gf2c60f424f_2_28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f2c60f424f_2_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gf2c60f424f_2_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gf2c60f424f_2_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f2c60f424f_2_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gf2c60f424f_2_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3" name="Google Shape;93;gf2c60f424f_2_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gf2c60f424f_2_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gf2c60f424f_2_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f2c60f424f_2_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gf2c60f424f_2_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gf2c60f424f_2_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gf2c60f424f_2_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gf2c60f424f_2_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f2c60f424f_2_2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gf2c60f424f_2_2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gf2c60f424f_2_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gf2c60f424f_2_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gf2c60f424f_2_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f2c60f424f_2_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gf2c60f424f_2_2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1" name="Google Shape;111;gf2c60f424f_2_2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2" name="Google Shape;112;gf2c60f424f_2_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gf2c60f424f_2_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gf2c60f424f_2_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f2c60f424f_2_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gf2c60f424f_2_3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gf2c60f424f_2_3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9" name="Google Shape;119;gf2c60f424f_2_3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gf2c60f424f_2_3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1" name="Google Shape;121;gf2c60f424f_2_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gf2c60f424f_2_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gf2c60f424f_2_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f2c60f424f_2_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gf2c60f424f_2_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gf2c60f424f_2_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gf2c60f424f_2_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f2c60f424f_2_4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gf2c60f424f_2_4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2" name="Google Shape;132;gf2c60f424f_2_4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3" name="Google Shape;133;gf2c60f424f_2_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gf2c60f424f_2_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gf2c60f424f_2_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f2c60f424f_2_5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gf2c60f424f_2_5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gf2c60f424f_2_5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0" name="Google Shape;140;gf2c60f424f_2_5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gf2c60f424f_2_5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gf2c60f424f_2_5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f2c60f424f_2_6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gf2c60f424f_2_63"/>
          <p:cNvSpPr txBox="1"/>
          <p:nvPr>
            <p:ph idx="1" type="body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gf2c60f424f_2_6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gf2c60f424f_2_6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gf2c60f424f_2_6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f2c60f424f_2_69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gf2c60f424f_2_69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gf2c60f424f_2_6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gf2c60f424f_2_6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gf2c60f424f_2_6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f2c60f424f_2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2" name="Google Shape;82;gf2c60f424f_2_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gf2c60f424f_2_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gf2c60f424f_2_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gf2c60f424f_2_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Relationship Id="rId5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docs.oracle.com/javase/8/javafx/user-interface-tutorial" TargetMode="External"/><Relationship Id="rId4" Type="http://schemas.openxmlformats.org/officeDocument/2006/relationships/hyperlink" Target="https://docs.oracle.com/javase/8/javafx/api/javafx" TargetMode="External"/><Relationship Id="rId5" Type="http://schemas.openxmlformats.org/officeDocument/2006/relationships/hyperlink" Target="https://www.tutorialspoint.com/javafx" TargetMode="External"/><Relationship Id="rId6" Type="http://schemas.openxmlformats.org/officeDocument/2006/relationships/image" Target="../media/image1.png"/><Relationship Id="rId7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EAF3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159;gf2c60f424f_2_75"/>
          <p:cNvGrpSpPr/>
          <p:nvPr/>
        </p:nvGrpSpPr>
        <p:grpSpPr>
          <a:xfrm>
            <a:off x="-1682503" y="-91552"/>
            <a:ext cx="6969311" cy="10470103"/>
            <a:chOff x="0" y="0"/>
            <a:chExt cx="9292415" cy="13960138"/>
          </a:xfrm>
        </p:grpSpPr>
        <p:pic>
          <p:nvPicPr>
            <p:cNvPr id="160" name="Google Shape;160;gf2c60f424f_2_7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20455" y="0"/>
              <a:ext cx="4671960" cy="46719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" name="Google Shape;161;gf2c60f424f_2_7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20455" y="4644089"/>
              <a:ext cx="4671960" cy="46719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" name="Google Shape;162;gf2c60f424f_2_7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20455" y="9288178"/>
              <a:ext cx="4671960" cy="46719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" name="Google Shape;163;gf2c60f424f_2_7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4671960" cy="46719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4" name="Google Shape;164;gf2c60f424f_2_7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4644089"/>
              <a:ext cx="4671960" cy="46719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5" name="Google Shape;165;gf2c60f424f_2_7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9288178"/>
              <a:ext cx="4671960" cy="46719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6" name="Google Shape;166;gf2c60f424f_2_75"/>
          <p:cNvGrpSpPr/>
          <p:nvPr/>
        </p:nvGrpSpPr>
        <p:grpSpPr>
          <a:xfrm>
            <a:off x="747286" y="778520"/>
            <a:ext cx="14270665" cy="7758999"/>
            <a:chOff x="0" y="0"/>
            <a:chExt cx="27948278" cy="15195556"/>
          </a:xfrm>
        </p:grpSpPr>
        <p:sp>
          <p:nvSpPr>
            <p:cNvPr id="167" name="Google Shape;167;gf2c60f424f_2_75"/>
            <p:cNvSpPr/>
            <p:nvPr/>
          </p:nvSpPr>
          <p:spPr>
            <a:xfrm>
              <a:off x="72390" y="72390"/>
              <a:ext cx="27803498" cy="15050777"/>
            </a:xfrm>
            <a:custGeom>
              <a:rect b="b" l="l" r="r" t="t"/>
              <a:pathLst>
                <a:path extrusionOk="0" h="15050777" w="27803499">
                  <a:moveTo>
                    <a:pt x="0" y="0"/>
                  </a:moveTo>
                  <a:lnTo>
                    <a:pt x="27803499" y="0"/>
                  </a:lnTo>
                  <a:lnTo>
                    <a:pt x="27803499" y="15050777"/>
                  </a:lnTo>
                  <a:lnTo>
                    <a:pt x="0" y="150507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68" name="Google Shape;168;gf2c60f424f_2_75"/>
            <p:cNvSpPr/>
            <p:nvPr/>
          </p:nvSpPr>
          <p:spPr>
            <a:xfrm>
              <a:off x="0" y="0"/>
              <a:ext cx="27948278" cy="15195556"/>
            </a:xfrm>
            <a:custGeom>
              <a:rect b="b" l="l" r="r" t="t"/>
              <a:pathLst>
                <a:path extrusionOk="0" h="15195556" w="27948279">
                  <a:moveTo>
                    <a:pt x="27803500" y="15050776"/>
                  </a:moveTo>
                  <a:lnTo>
                    <a:pt x="27948279" y="15050776"/>
                  </a:lnTo>
                  <a:lnTo>
                    <a:pt x="27948279" y="15195556"/>
                  </a:lnTo>
                  <a:lnTo>
                    <a:pt x="27803500" y="15195556"/>
                  </a:lnTo>
                  <a:lnTo>
                    <a:pt x="27803500" y="15050776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5050776"/>
                  </a:lnTo>
                  <a:lnTo>
                    <a:pt x="0" y="15050776"/>
                  </a:lnTo>
                  <a:lnTo>
                    <a:pt x="0" y="144780"/>
                  </a:lnTo>
                  <a:close/>
                  <a:moveTo>
                    <a:pt x="0" y="15050776"/>
                  </a:moveTo>
                  <a:lnTo>
                    <a:pt x="144780" y="15050776"/>
                  </a:lnTo>
                  <a:lnTo>
                    <a:pt x="144780" y="15195556"/>
                  </a:lnTo>
                  <a:lnTo>
                    <a:pt x="0" y="15195556"/>
                  </a:lnTo>
                  <a:lnTo>
                    <a:pt x="0" y="15050776"/>
                  </a:lnTo>
                  <a:close/>
                  <a:moveTo>
                    <a:pt x="27803500" y="144780"/>
                  </a:moveTo>
                  <a:lnTo>
                    <a:pt x="27948279" y="144780"/>
                  </a:lnTo>
                  <a:lnTo>
                    <a:pt x="27948279" y="15050776"/>
                  </a:lnTo>
                  <a:lnTo>
                    <a:pt x="27803500" y="15050776"/>
                  </a:lnTo>
                  <a:lnTo>
                    <a:pt x="27803500" y="144780"/>
                  </a:lnTo>
                  <a:close/>
                  <a:moveTo>
                    <a:pt x="144780" y="15050776"/>
                  </a:moveTo>
                  <a:lnTo>
                    <a:pt x="27803500" y="15050776"/>
                  </a:lnTo>
                  <a:lnTo>
                    <a:pt x="27803500" y="15195556"/>
                  </a:lnTo>
                  <a:lnTo>
                    <a:pt x="144780" y="15195556"/>
                  </a:lnTo>
                  <a:lnTo>
                    <a:pt x="144780" y="15050776"/>
                  </a:lnTo>
                  <a:close/>
                  <a:moveTo>
                    <a:pt x="27803500" y="0"/>
                  </a:moveTo>
                  <a:lnTo>
                    <a:pt x="27948279" y="0"/>
                  </a:lnTo>
                  <a:lnTo>
                    <a:pt x="27948279" y="144780"/>
                  </a:lnTo>
                  <a:lnTo>
                    <a:pt x="27803500" y="144780"/>
                  </a:lnTo>
                  <a:lnTo>
                    <a:pt x="27803500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7803500" y="0"/>
                  </a:lnTo>
                  <a:lnTo>
                    <a:pt x="27803500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2938FA"/>
            </a:solidFill>
            <a:ln>
              <a:noFill/>
            </a:ln>
          </p:spPr>
        </p:sp>
      </p:grpSp>
      <p:grpSp>
        <p:nvGrpSpPr>
          <p:cNvPr id="169" name="Google Shape;169;gf2c60f424f_2_75"/>
          <p:cNvGrpSpPr/>
          <p:nvPr/>
        </p:nvGrpSpPr>
        <p:grpSpPr>
          <a:xfrm>
            <a:off x="1238279" y="1263458"/>
            <a:ext cx="14270665" cy="7758999"/>
            <a:chOff x="0" y="0"/>
            <a:chExt cx="27948278" cy="15195556"/>
          </a:xfrm>
        </p:grpSpPr>
        <p:sp>
          <p:nvSpPr>
            <p:cNvPr id="170" name="Google Shape;170;gf2c60f424f_2_75"/>
            <p:cNvSpPr/>
            <p:nvPr/>
          </p:nvSpPr>
          <p:spPr>
            <a:xfrm>
              <a:off x="72390" y="72390"/>
              <a:ext cx="27803498" cy="15050777"/>
            </a:xfrm>
            <a:custGeom>
              <a:rect b="b" l="l" r="r" t="t"/>
              <a:pathLst>
                <a:path extrusionOk="0" h="15050777" w="27803499">
                  <a:moveTo>
                    <a:pt x="0" y="0"/>
                  </a:moveTo>
                  <a:lnTo>
                    <a:pt x="27803499" y="0"/>
                  </a:lnTo>
                  <a:lnTo>
                    <a:pt x="27803499" y="15050777"/>
                  </a:lnTo>
                  <a:lnTo>
                    <a:pt x="0" y="150507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71" name="Google Shape;171;gf2c60f424f_2_75"/>
            <p:cNvSpPr/>
            <p:nvPr/>
          </p:nvSpPr>
          <p:spPr>
            <a:xfrm>
              <a:off x="0" y="0"/>
              <a:ext cx="27948278" cy="15195556"/>
            </a:xfrm>
            <a:custGeom>
              <a:rect b="b" l="l" r="r" t="t"/>
              <a:pathLst>
                <a:path extrusionOk="0" h="15195556" w="27948279">
                  <a:moveTo>
                    <a:pt x="27803500" y="15050776"/>
                  </a:moveTo>
                  <a:lnTo>
                    <a:pt x="27948279" y="15050776"/>
                  </a:lnTo>
                  <a:lnTo>
                    <a:pt x="27948279" y="15195556"/>
                  </a:lnTo>
                  <a:lnTo>
                    <a:pt x="27803500" y="15195556"/>
                  </a:lnTo>
                  <a:lnTo>
                    <a:pt x="27803500" y="15050776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5050776"/>
                  </a:lnTo>
                  <a:lnTo>
                    <a:pt x="0" y="15050776"/>
                  </a:lnTo>
                  <a:lnTo>
                    <a:pt x="0" y="144780"/>
                  </a:lnTo>
                  <a:close/>
                  <a:moveTo>
                    <a:pt x="0" y="15050776"/>
                  </a:moveTo>
                  <a:lnTo>
                    <a:pt x="144780" y="15050776"/>
                  </a:lnTo>
                  <a:lnTo>
                    <a:pt x="144780" y="15195556"/>
                  </a:lnTo>
                  <a:lnTo>
                    <a:pt x="0" y="15195556"/>
                  </a:lnTo>
                  <a:lnTo>
                    <a:pt x="0" y="15050776"/>
                  </a:lnTo>
                  <a:close/>
                  <a:moveTo>
                    <a:pt x="27803500" y="144780"/>
                  </a:moveTo>
                  <a:lnTo>
                    <a:pt x="27948279" y="144780"/>
                  </a:lnTo>
                  <a:lnTo>
                    <a:pt x="27948279" y="15050776"/>
                  </a:lnTo>
                  <a:lnTo>
                    <a:pt x="27803500" y="15050776"/>
                  </a:lnTo>
                  <a:lnTo>
                    <a:pt x="27803500" y="144780"/>
                  </a:lnTo>
                  <a:close/>
                  <a:moveTo>
                    <a:pt x="144780" y="15050776"/>
                  </a:moveTo>
                  <a:lnTo>
                    <a:pt x="27803500" y="15050776"/>
                  </a:lnTo>
                  <a:lnTo>
                    <a:pt x="27803500" y="15195556"/>
                  </a:lnTo>
                  <a:lnTo>
                    <a:pt x="144780" y="15195556"/>
                  </a:lnTo>
                  <a:lnTo>
                    <a:pt x="144780" y="15050776"/>
                  </a:lnTo>
                  <a:close/>
                  <a:moveTo>
                    <a:pt x="27803500" y="0"/>
                  </a:moveTo>
                  <a:lnTo>
                    <a:pt x="27948279" y="0"/>
                  </a:lnTo>
                  <a:lnTo>
                    <a:pt x="27948279" y="144780"/>
                  </a:lnTo>
                  <a:lnTo>
                    <a:pt x="27803500" y="144780"/>
                  </a:lnTo>
                  <a:lnTo>
                    <a:pt x="27803500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7803500" y="0"/>
                  </a:lnTo>
                  <a:lnTo>
                    <a:pt x="27803500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2938FA"/>
            </a:solidFill>
            <a:ln>
              <a:noFill/>
            </a:ln>
          </p:spPr>
        </p:sp>
      </p:grpSp>
      <p:grpSp>
        <p:nvGrpSpPr>
          <p:cNvPr id="172" name="Google Shape;172;gf2c60f424f_2_75"/>
          <p:cNvGrpSpPr/>
          <p:nvPr/>
        </p:nvGrpSpPr>
        <p:grpSpPr>
          <a:xfrm>
            <a:off x="1729273" y="1748395"/>
            <a:ext cx="14270665" cy="7758999"/>
            <a:chOff x="0" y="0"/>
            <a:chExt cx="27948278" cy="15195556"/>
          </a:xfrm>
        </p:grpSpPr>
        <p:sp>
          <p:nvSpPr>
            <p:cNvPr id="173" name="Google Shape;173;gf2c60f424f_2_75"/>
            <p:cNvSpPr/>
            <p:nvPr/>
          </p:nvSpPr>
          <p:spPr>
            <a:xfrm>
              <a:off x="72390" y="72390"/>
              <a:ext cx="27803498" cy="15050777"/>
            </a:xfrm>
            <a:custGeom>
              <a:rect b="b" l="l" r="r" t="t"/>
              <a:pathLst>
                <a:path extrusionOk="0" h="15050777" w="27803499">
                  <a:moveTo>
                    <a:pt x="0" y="0"/>
                  </a:moveTo>
                  <a:lnTo>
                    <a:pt x="27803499" y="0"/>
                  </a:lnTo>
                  <a:lnTo>
                    <a:pt x="27803499" y="15050777"/>
                  </a:lnTo>
                  <a:lnTo>
                    <a:pt x="0" y="150507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74" name="Google Shape;174;gf2c60f424f_2_75"/>
            <p:cNvSpPr/>
            <p:nvPr/>
          </p:nvSpPr>
          <p:spPr>
            <a:xfrm>
              <a:off x="0" y="0"/>
              <a:ext cx="27948278" cy="15195556"/>
            </a:xfrm>
            <a:custGeom>
              <a:rect b="b" l="l" r="r" t="t"/>
              <a:pathLst>
                <a:path extrusionOk="0" h="15195556" w="27948279">
                  <a:moveTo>
                    <a:pt x="27803500" y="15050776"/>
                  </a:moveTo>
                  <a:lnTo>
                    <a:pt x="27948279" y="15050776"/>
                  </a:lnTo>
                  <a:lnTo>
                    <a:pt x="27948279" y="15195556"/>
                  </a:lnTo>
                  <a:lnTo>
                    <a:pt x="27803500" y="15195556"/>
                  </a:lnTo>
                  <a:lnTo>
                    <a:pt x="27803500" y="15050776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5050776"/>
                  </a:lnTo>
                  <a:lnTo>
                    <a:pt x="0" y="15050776"/>
                  </a:lnTo>
                  <a:lnTo>
                    <a:pt x="0" y="144780"/>
                  </a:lnTo>
                  <a:close/>
                  <a:moveTo>
                    <a:pt x="0" y="15050776"/>
                  </a:moveTo>
                  <a:lnTo>
                    <a:pt x="144780" y="15050776"/>
                  </a:lnTo>
                  <a:lnTo>
                    <a:pt x="144780" y="15195556"/>
                  </a:lnTo>
                  <a:lnTo>
                    <a:pt x="0" y="15195556"/>
                  </a:lnTo>
                  <a:lnTo>
                    <a:pt x="0" y="15050776"/>
                  </a:lnTo>
                  <a:close/>
                  <a:moveTo>
                    <a:pt x="27803500" y="144780"/>
                  </a:moveTo>
                  <a:lnTo>
                    <a:pt x="27948279" y="144780"/>
                  </a:lnTo>
                  <a:lnTo>
                    <a:pt x="27948279" y="15050776"/>
                  </a:lnTo>
                  <a:lnTo>
                    <a:pt x="27803500" y="15050776"/>
                  </a:lnTo>
                  <a:lnTo>
                    <a:pt x="27803500" y="144780"/>
                  </a:lnTo>
                  <a:close/>
                  <a:moveTo>
                    <a:pt x="144780" y="15050776"/>
                  </a:moveTo>
                  <a:lnTo>
                    <a:pt x="27803500" y="15050776"/>
                  </a:lnTo>
                  <a:lnTo>
                    <a:pt x="27803500" y="15195556"/>
                  </a:lnTo>
                  <a:lnTo>
                    <a:pt x="144780" y="15195556"/>
                  </a:lnTo>
                  <a:lnTo>
                    <a:pt x="144780" y="15050776"/>
                  </a:lnTo>
                  <a:close/>
                  <a:moveTo>
                    <a:pt x="27803500" y="0"/>
                  </a:moveTo>
                  <a:lnTo>
                    <a:pt x="27948279" y="0"/>
                  </a:lnTo>
                  <a:lnTo>
                    <a:pt x="27948279" y="144780"/>
                  </a:lnTo>
                  <a:lnTo>
                    <a:pt x="27803500" y="144780"/>
                  </a:lnTo>
                  <a:lnTo>
                    <a:pt x="27803500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7803500" y="0"/>
                  </a:lnTo>
                  <a:lnTo>
                    <a:pt x="27803500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2938FA"/>
            </a:solidFill>
            <a:ln>
              <a:noFill/>
            </a:ln>
          </p:spPr>
        </p:sp>
      </p:grpSp>
      <p:sp>
        <p:nvSpPr>
          <p:cNvPr id="175" name="Google Shape;175;gf2c60f424f_2_75"/>
          <p:cNvSpPr/>
          <p:nvPr/>
        </p:nvSpPr>
        <p:spPr>
          <a:xfrm>
            <a:off x="823751" y="850735"/>
            <a:ext cx="1684617" cy="412723"/>
          </a:xfrm>
          <a:prstGeom prst="rect">
            <a:avLst/>
          </a:prstGeom>
          <a:solidFill>
            <a:srgbClr val="F1A5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f2c60f424f_2_75"/>
          <p:cNvSpPr/>
          <p:nvPr/>
        </p:nvSpPr>
        <p:spPr>
          <a:xfrm>
            <a:off x="1729273" y="2232896"/>
            <a:ext cx="14270664" cy="7327227"/>
          </a:xfrm>
          <a:custGeom>
            <a:rect b="b" l="l" r="r" t="t"/>
            <a:pathLst>
              <a:path extrusionOk="0" h="5304491" w="10331141">
                <a:moveTo>
                  <a:pt x="0" y="0"/>
                </a:moveTo>
                <a:lnTo>
                  <a:pt x="0" y="5304491"/>
                </a:lnTo>
                <a:lnTo>
                  <a:pt x="10331141" y="5304491"/>
                </a:lnTo>
                <a:lnTo>
                  <a:pt x="10331141" y="0"/>
                </a:lnTo>
                <a:lnTo>
                  <a:pt x="0" y="0"/>
                </a:lnTo>
                <a:close/>
                <a:moveTo>
                  <a:pt x="10270182" y="5243531"/>
                </a:moveTo>
                <a:lnTo>
                  <a:pt x="59690" y="5243531"/>
                </a:lnTo>
                <a:lnTo>
                  <a:pt x="59690" y="59690"/>
                </a:lnTo>
                <a:lnTo>
                  <a:pt x="10270182" y="59690"/>
                </a:lnTo>
                <a:lnTo>
                  <a:pt x="10270182" y="5243531"/>
                </a:lnTo>
                <a:close/>
              </a:path>
            </a:pathLst>
          </a:custGeom>
          <a:solidFill>
            <a:srgbClr val="2938FA"/>
          </a:solidFill>
          <a:ln>
            <a:noFill/>
          </a:ln>
        </p:spPr>
      </p:sp>
      <p:grpSp>
        <p:nvGrpSpPr>
          <p:cNvPr id="177" name="Google Shape;177;gf2c60f424f_2_75"/>
          <p:cNvGrpSpPr/>
          <p:nvPr/>
        </p:nvGrpSpPr>
        <p:grpSpPr>
          <a:xfrm>
            <a:off x="2943084" y="2838869"/>
            <a:ext cx="11843101" cy="6251012"/>
            <a:chOff x="0" y="180975"/>
            <a:chExt cx="15790800" cy="8334683"/>
          </a:xfrm>
        </p:grpSpPr>
        <p:sp>
          <p:nvSpPr>
            <p:cNvPr id="178" name="Google Shape;178;gf2c60f424f_2_75"/>
            <p:cNvSpPr txBox="1"/>
            <p:nvPr/>
          </p:nvSpPr>
          <p:spPr>
            <a:xfrm>
              <a:off x="0" y="6032408"/>
              <a:ext cx="14427200" cy="2483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600" u="none" cap="none" strike="noStrike">
                  <a:solidFill>
                    <a:srgbClr val="2938FA"/>
                  </a:solidFill>
                  <a:latin typeface="VT323"/>
                  <a:ea typeface="VT323"/>
                  <a:cs typeface="VT323"/>
                  <a:sym typeface="VT323"/>
                </a:rPr>
                <a:t>Amir Amine</a:t>
              </a:r>
              <a:endParaRPr/>
            </a:p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600" u="none" cap="none" strike="noStrike">
                  <a:solidFill>
                    <a:srgbClr val="2938FA"/>
                  </a:solidFill>
                  <a:latin typeface="VT323"/>
                  <a:ea typeface="VT323"/>
                  <a:cs typeface="VT323"/>
                  <a:sym typeface="VT323"/>
                </a:rPr>
                <a:t>Anthony Zaatar</a:t>
              </a:r>
              <a:endParaRPr/>
            </a:p>
            <a:p>
              <a:pPr indent="0" lvl="0" marL="0" marR="0" rtl="0" algn="l">
                <a:lnSpc>
                  <a:spcPct val="13997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600" u="none" cap="none" strike="noStrike">
                  <a:solidFill>
                    <a:srgbClr val="2938FA"/>
                  </a:solidFill>
                  <a:latin typeface="VT323"/>
                  <a:ea typeface="VT323"/>
                  <a:cs typeface="VT323"/>
                  <a:sym typeface="VT323"/>
                </a:rPr>
                <a:t>Ralph Kmeid</a:t>
              </a:r>
              <a:endParaRPr/>
            </a:p>
          </p:txBody>
        </p:sp>
        <p:sp>
          <p:nvSpPr>
            <p:cNvPr id="179" name="Google Shape;179;gf2c60f424f_2_75"/>
            <p:cNvSpPr txBox="1"/>
            <p:nvPr/>
          </p:nvSpPr>
          <p:spPr>
            <a:xfrm>
              <a:off x="0" y="180975"/>
              <a:ext cx="15790800" cy="591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9599" u="none" cap="none" strike="noStrike">
                  <a:solidFill>
                    <a:srgbClr val="2938F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MANIPULATING JAVAFX GUI COMPONENTS (2)</a:t>
              </a:r>
              <a:endParaRPr b="1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180" name="Google Shape;180;gf2c60f424f_2_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6897" y="590945"/>
            <a:ext cx="949078" cy="949078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gf2c60f424f_2_75"/>
          <p:cNvSpPr/>
          <p:nvPr/>
        </p:nvSpPr>
        <p:spPr>
          <a:xfrm>
            <a:off x="1315640" y="1333661"/>
            <a:ext cx="1684617" cy="412723"/>
          </a:xfrm>
          <a:prstGeom prst="rect">
            <a:avLst/>
          </a:prstGeom>
          <a:solidFill>
            <a:srgbClr val="F1A5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2" name="Google Shape;182;gf2c60f424f_2_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71436" y="1065484"/>
            <a:ext cx="949078" cy="949078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gf2c60f424f_2_75"/>
          <p:cNvSpPr/>
          <p:nvPr/>
        </p:nvSpPr>
        <p:spPr>
          <a:xfrm>
            <a:off x="1802153" y="1820174"/>
            <a:ext cx="1684617" cy="412723"/>
          </a:xfrm>
          <a:prstGeom prst="rect">
            <a:avLst/>
          </a:prstGeom>
          <a:solidFill>
            <a:srgbClr val="F1A5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4" name="Google Shape;184;gf2c60f424f_2_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45975" y="1540022"/>
            <a:ext cx="949078" cy="949078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gf2c60f424f_2_75"/>
          <p:cNvSpPr txBox="1"/>
          <p:nvPr/>
        </p:nvSpPr>
        <p:spPr>
          <a:xfrm>
            <a:off x="4640402" y="1858214"/>
            <a:ext cx="10868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f2c60f424f_2_75"/>
          <p:cNvSpPr txBox="1"/>
          <p:nvPr/>
        </p:nvSpPr>
        <p:spPr>
          <a:xfrm>
            <a:off x="4149409" y="1345575"/>
            <a:ext cx="108684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50"/>
          </a:p>
        </p:txBody>
      </p:sp>
      <p:sp>
        <p:nvSpPr>
          <p:cNvPr id="187" name="Google Shape;187;gf2c60f424f_2_75"/>
          <p:cNvSpPr txBox="1"/>
          <p:nvPr/>
        </p:nvSpPr>
        <p:spPr>
          <a:xfrm>
            <a:off x="3709729" y="893613"/>
            <a:ext cx="108684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50"/>
          </a:p>
        </p:txBody>
      </p:sp>
      <p:sp>
        <p:nvSpPr>
          <p:cNvPr id="188" name="Google Shape;188;gf2c60f424f_2_75"/>
          <p:cNvSpPr txBox="1"/>
          <p:nvPr/>
        </p:nvSpPr>
        <p:spPr>
          <a:xfrm>
            <a:off x="2039267" y="1862137"/>
            <a:ext cx="134694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00">
                <a:solidFill>
                  <a:srgbClr val="2938FA"/>
                </a:solidFill>
              </a:rPr>
              <a:t>JavaFX GUI Components (2) • Sep. 27, 2021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2938FA"/>
              </a:solidFill>
            </a:endParaRPr>
          </a:p>
        </p:txBody>
      </p:sp>
      <p:sp>
        <p:nvSpPr>
          <p:cNvPr id="189" name="Google Shape;189;gf2c60f424f_2_75"/>
          <p:cNvSpPr txBox="1"/>
          <p:nvPr/>
        </p:nvSpPr>
        <p:spPr>
          <a:xfrm>
            <a:off x="1658267" y="1360286"/>
            <a:ext cx="134694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00">
                <a:solidFill>
                  <a:srgbClr val="2938FA"/>
                </a:solidFill>
              </a:rPr>
              <a:t>JavaFX GUI Components (2) • Sep. 27, 2021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2938FA"/>
              </a:solidFill>
            </a:endParaRPr>
          </a:p>
        </p:txBody>
      </p:sp>
      <p:sp>
        <p:nvSpPr>
          <p:cNvPr id="190" name="Google Shape;190;gf2c60f424f_2_75"/>
          <p:cNvSpPr txBox="1"/>
          <p:nvPr/>
        </p:nvSpPr>
        <p:spPr>
          <a:xfrm>
            <a:off x="1201067" y="871537"/>
            <a:ext cx="134694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00">
                <a:solidFill>
                  <a:srgbClr val="2938FA"/>
                </a:solidFill>
              </a:rPr>
              <a:t>JavaFX GUI Components (2) • Sep. 27, 2021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2938FA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"/>
          <p:cNvSpPr/>
          <p:nvPr/>
        </p:nvSpPr>
        <p:spPr>
          <a:xfrm>
            <a:off x="0" y="0"/>
            <a:ext cx="18303556" cy="10295750"/>
          </a:xfrm>
          <a:custGeom>
            <a:rect b="b" l="l" r="r" t="t"/>
            <a:pathLst>
              <a:path extrusionOk="0" h="7447197" w="13239462">
                <a:moveTo>
                  <a:pt x="0" y="0"/>
                </a:moveTo>
                <a:lnTo>
                  <a:pt x="0" y="7447197"/>
                </a:lnTo>
                <a:lnTo>
                  <a:pt x="13239462" y="7447197"/>
                </a:lnTo>
                <a:lnTo>
                  <a:pt x="13239462" y="0"/>
                </a:lnTo>
                <a:lnTo>
                  <a:pt x="0" y="0"/>
                </a:lnTo>
                <a:close/>
                <a:moveTo>
                  <a:pt x="13178501" y="7386237"/>
                </a:moveTo>
                <a:lnTo>
                  <a:pt x="59690" y="7386237"/>
                </a:lnTo>
                <a:lnTo>
                  <a:pt x="59690" y="59690"/>
                </a:lnTo>
                <a:lnTo>
                  <a:pt x="13178501" y="59690"/>
                </a:lnTo>
                <a:lnTo>
                  <a:pt x="13178501" y="7386237"/>
                </a:lnTo>
                <a:close/>
              </a:path>
            </a:pathLst>
          </a:custGeom>
          <a:solidFill>
            <a:srgbClr val="2938FA"/>
          </a:solidFill>
          <a:ln>
            <a:noFill/>
          </a:ln>
        </p:spPr>
      </p:sp>
      <p:sp>
        <p:nvSpPr>
          <p:cNvPr id="196" name="Google Shape;196;p2"/>
          <p:cNvSpPr txBox="1"/>
          <p:nvPr/>
        </p:nvSpPr>
        <p:spPr>
          <a:xfrm>
            <a:off x="2770691" y="3677277"/>
            <a:ext cx="7457700" cy="29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99" u="none" cap="none" strike="noStrike">
                <a:solidFill>
                  <a:srgbClr val="2938F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Presentation Highlights</a:t>
            </a:r>
            <a:endParaRPr b="1" sz="3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97" name="Google Shape;197;p2"/>
          <p:cNvGrpSpPr/>
          <p:nvPr/>
        </p:nvGrpSpPr>
        <p:grpSpPr>
          <a:xfrm>
            <a:off x="10587902" y="1387099"/>
            <a:ext cx="7715391" cy="8727457"/>
            <a:chOff x="-67300" y="-1310017"/>
            <a:chExt cx="7756500" cy="11636610"/>
          </a:xfrm>
        </p:grpSpPr>
        <p:sp>
          <p:nvSpPr>
            <p:cNvPr id="198" name="Google Shape;198;p2"/>
            <p:cNvSpPr txBox="1"/>
            <p:nvPr/>
          </p:nvSpPr>
          <p:spPr>
            <a:xfrm>
              <a:off x="-67300" y="-1310017"/>
              <a:ext cx="7756500" cy="100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900" u="none" cap="none" strike="noStrike">
                  <a:solidFill>
                    <a:srgbClr val="2938F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Focus </a:t>
              </a:r>
              <a:r>
                <a:rPr b="1" lang="en-US" sz="4900">
                  <a:solidFill>
                    <a:srgbClr val="2938F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r>
                <a:rPr b="1" i="0" lang="en-US" sz="4900" u="none" cap="none" strike="noStrike">
                  <a:solidFill>
                    <a:srgbClr val="2938F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reas</a:t>
              </a:r>
              <a:endParaRPr b="1" sz="29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9" name="Google Shape;199;p2"/>
            <p:cNvSpPr txBox="1"/>
            <p:nvPr/>
          </p:nvSpPr>
          <p:spPr>
            <a:xfrm>
              <a:off x="-67300" y="-228907"/>
              <a:ext cx="7756500" cy="1055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899" u="none" cap="none" strike="noStrike">
                  <a:solidFill>
                    <a:srgbClr val="2938FA"/>
                  </a:solidFill>
                  <a:latin typeface="VT323"/>
                  <a:ea typeface="VT323"/>
                  <a:cs typeface="VT323"/>
                  <a:sym typeface="VT323"/>
                </a:rPr>
                <a:t>- Table View (javafx.cont</a:t>
              </a:r>
              <a:r>
                <a:rPr lang="en-US" sz="3899">
                  <a:solidFill>
                    <a:srgbClr val="2938FA"/>
                  </a:solidFill>
                  <a:latin typeface="VT323"/>
                  <a:ea typeface="VT323"/>
                  <a:cs typeface="VT323"/>
                  <a:sym typeface="VT323"/>
                </a:rPr>
                <a:t>rols)</a:t>
              </a:r>
              <a:endParaRPr sz="2300"/>
            </a:p>
            <a:p>
              <a:pPr indent="0" lvl="0" marL="0" marR="0" rtl="0" algn="l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899" u="none" cap="none" strike="noStrike">
                  <a:solidFill>
                    <a:srgbClr val="2938FA"/>
                  </a:solidFill>
                  <a:latin typeface="VT323"/>
                  <a:ea typeface="VT323"/>
                  <a:cs typeface="VT323"/>
                  <a:sym typeface="VT323"/>
                </a:rPr>
                <a:t>- List View </a:t>
              </a:r>
              <a:r>
                <a:rPr lang="en-US" sz="3899">
                  <a:solidFill>
                    <a:srgbClr val="2938FA"/>
                  </a:solidFill>
                  <a:latin typeface="VT323"/>
                  <a:ea typeface="VT323"/>
                  <a:cs typeface="VT323"/>
                  <a:sym typeface="VT323"/>
                </a:rPr>
                <a:t>(javafx.controls)</a:t>
              </a:r>
              <a:endParaRPr sz="2300"/>
            </a:p>
            <a:p>
              <a:pPr indent="0" lvl="0" marL="0" marR="0" rtl="0" algn="l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899" u="none" cap="none" strike="noStrike">
                  <a:solidFill>
                    <a:srgbClr val="2938FA"/>
                  </a:solidFill>
                  <a:latin typeface="VT323"/>
                  <a:ea typeface="VT323"/>
                  <a:cs typeface="VT323"/>
                  <a:sym typeface="VT323"/>
                </a:rPr>
                <a:t>- Tree View </a:t>
              </a:r>
              <a:r>
                <a:rPr lang="en-US" sz="3899">
                  <a:solidFill>
                    <a:srgbClr val="2938FA"/>
                  </a:solidFill>
                  <a:latin typeface="VT323"/>
                  <a:ea typeface="VT323"/>
                  <a:cs typeface="VT323"/>
                  <a:sym typeface="VT323"/>
                </a:rPr>
                <a:t>(javafx.controls)</a:t>
              </a:r>
              <a:endParaRPr sz="2300"/>
            </a:p>
            <a:p>
              <a:pPr indent="0" lvl="0" marL="0" marR="0" rtl="0" algn="l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899" u="none" cap="none" strike="noStrike">
                  <a:solidFill>
                    <a:srgbClr val="2938FA"/>
                  </a:solidFill>
                  <a:latin typeface="VT323"/>
                  <a:ea typeface="VT323"/>
                  <a:cs typeface="VT323"/>
                  <a:sym typeface="VT323"/>
                </a:rPr>
                <a:t>- Date Chooser </a:t>
              </a:r>
              <a:r>
                <a:rPr lang="en-US" sz="3899">
                  <a:solidFill>
                    <a:srgbClr val="2938FA"/>
                  </a:solidFill>
                  <a:latin typeface="VT323"/>
                  <a:ea typeface="VT323"/>
                  <a:cs typeface="VT323"/>
                  <a:sym typeface="VT323"/>
                </a:rPr>
                <a:t>(javafx.controls)</a:t>
              </a:r>
              <a:endParaRPr sz="2300"/>
            </a:p>
            <a:p>
              <a:pPr indent="0" lvl="0" marL="0" marR="0" rtl="0" algn="l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899" u="none" cap="none" strike="noStrike">
                  <a:solidFill>
                    <a:srgbClr val="2938FA"/>
                  </a:solidFill>
                  <a:latin typeface="VT323"/>
                  <a:ea typeface="VT323"/>
                  <a:cs typeface="VT323"/>
                  <a:sym typeface="VT323"/>
                </a:rPr>
                <a:t>- Color Chooser </a:t>
              </a:r>
              <a:r>
                <a:rPr lang="en-US" sz="3899">
                  <a:solidFill>
                    <a:srgbClr val="2938FA"/>
                  </a:solidFill>
                  <a:latin typeface="VT323"/>
                  <a:ea typeface="VT323"/>
                  <a:cs typeface="VT323"/>
                  <a:sym typeface="VT323"/>
                </a:rPr>
                <a:t>(javafx.controls)</a:t>
              </a:r>
              <a:endParaRPr sz="2300"/>
            </a:p>
            <a:p>
              <a:pPr indent="0" lvl="0" marL="0" marR="0" rtl="0" algn="l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899" u="none" cap="none" strike="noStrike">
                  <a:solidFill>
                    <a:srgbClr val="2938FA"/>
                  </a:solidFill>
                  <a:latin typeface="VT323"/>
                  <a:ea typeface="VT323"/>
                  <a:cs typeface="VT323"/>
                  <a:sym typeface="VT323"/>
                </a:rPr>
                <a:t>- Progress Bar </a:t>
              </a:r>
              <a:r>
                <a:rPr lang="en-US" sz="3899">
                  <a:solidFill>
                    <a:srgbClr val="2938FA"/>
                  </a:solidFill>
                  <a:latin typeface="VT323"/>
                  <a:ea typeface="VT323"/>
                  <a:cs typeface="VT323"/>
                  <a:sym typeface="VT323"/>
                </a:rPr>
                <a:t>(javafx.controls)</a:t>
              </a:r>
              <a:endParaRPr sz="23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39966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en-US" sz="3900">
                  <a:solidFill>
                    <a:srgbClr val="2938FA"/>
                  </a:solidFill>
                  <a:latin typeface="VT323"/>
                  <a:ea typeface="VT323"/>
                  <a:cs typeface="VT323"/>
                  <a:sym typeface="VT323"/>
                </a:rPr>
                <a:t>- Pagination Control </a:t>
              </a:r>
              <a:r>
                <a:rPr lang="en-US" sz="3899">
                  <a:solidFill>
                    <a:srgbClr val="2938FA"/>
                  </a:solidFill>
                  <a:latin typeface="VT323"/>
                  <a:ea typeface="VT323"/>
                  <a:cs typeface="VT323"/>
                  <a:sym typeface="VT323"/>
                </a:rPr>
                <a:t>(javafx.controls)</a:t>
              </a:r>
              <a:endParaRPr sz="3899">
                <a:solidFill>
                  <a:srgbClr val="2938FA"/>
                </a:solidFill>
                <a:latin typeface="VT323"/>
                <a:ea typeface="VT323"/>
                <a:cs typeface="VT323"/>
                <a:sym typeface="VT323"/>
              </a:endParaRPr>
            </a:p>
            <a:p>
              <a:pPr indent="0" lvl="0" marL="0" rtl="0" algn="l">
                <a:lnSpc>
                  <a:spcPct val="139966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en-US" sz="3899">
                  <a:solidFill>
                    <a:srgbClr val="2938FA"/>
                  </a:solidFill>
                  <a:latin typeface="VT323"/>
                  <a:ea typeface="VT323"/>
                  <a:cs typeface="VT323"/>
                  <a:sym typeface="VT323"/>
                </a:rPr>
                <a:t>- </a:t>
              </a:r>
              <a:r>
                <a:rPr lang="en-US" sz="3900">
                  <a:solidFill>
                    <a:srgbClr val="2938FA"/>
                  </a:solidFill>
                  <a:latin typeface="VT323"/>
                  <a:ea typeface="VT323"/>
                  <a:cs typeface="VT323"/>
                  <a:sym typeface="VT323"/>
                </a:rPr>
                <a:t>File Chooser </a:t>
              </a:r>
              <a:r>
                <a:rPr lang="en-US" sz="3899">
                  <a:solidFill>
                    <a:srgbClr val="2938FA"/>
                  </a:solidFill>
                  <a:latin typeface="VT323"/>
                  <a:ea typeface="VT323"/>
                  <a:cs typeface="VT323"/>
                  <a:sym typeface="VT323"/>
                </a:rPr>
                <a:t>(javafx.stage)</a:t>
              </a:r>
              <a:endParaRPr sz="3899">
                <a:solidFill>
                  <a:srgbClr val="2938FA"/>
                </a:solidFill>
                <a:latin typeface="VT323"/>
                <a:ea typeface="VT323"/>
                <a:cs typeface="VT323"/>
                <a:sym typeface="VT323"/>
              </a:endParaRPr>
            </a:p>
            <a:p>
              <a:pPr indent="0" lvl="0" marL="0" marR="0" rtl="0" algn="l">
                <a:lnSpc>
                  <a:spcPct val="14004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899" u="none" cap="none" strike="noStrike">
                  <a:solidFill>
                    <a:srgbClr val="2938FA"/>
                  </a:solidFill>
                  <a:latin typeface="VT323"/>
                  <a:ea typeface="VT323"/>
                  <a:cs typeface="VT323"/>
                  <a:sym typeface="VT323"/>
                </a:rPr>
                <a:t>- HTML Editor </a:t>
              </a:r>
              <a:r>
                <a:rPr lang="en-US" sz="3899">
                  <a:solidFill>
                    <a:srgbClr val="2938FA"/>
                  </a:solidFill>
                  <a:latin typeface="VT323"/>
                  <a:ea typeface="VT323"/>
                  <a:cs typeface="VT323"/>
                  <a:sym typeface="VT323"/>
                </a:rPr>
                <a:t>(javafx.web)</a:t>
              </a:r>
              <a:endParaRPr sz="2300"/>
            </a:p>
            <a:p>
              <a:pPr indent="0" lvl="0" marL="0" marR="0" rtl="0" algn="l">
                <a:lnSpc>
                  <a:spcPct val="139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00"/>
            </a:p>
          </p:txBody>
        </p:sp>
      </p:grpSp>
      <p:sp>
        <p:nvSpPr>
          <p:cNvPr id="200" name="Google Shape;200;p2"/>
          <p:cNvSpPr/>
          <p:nvPr/>
        </p:nvSpPr>
        <p:spPr>
          <a:xfrm>
            <a:off x="79574" y="77531"/>
            <a:ext cx="1856432" cy="450661"/>
          </a:xfrm>
          <a:prstGeom prst="rect">
            <a:avLst/>
          </a:prstGeom>
          <a:solidFill>
            <a:srgbClr val="F1A5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3847" y="-289657"/>
            <a:ext cx="1185037" cy="1185037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"/>
          <p:cNvSpPr/>
          <p:nvPr/>
        </p:nvSpPr>
        <p:spPr>
          <a:xfrm>
            <a:off x="0" y="0"/>
            <a:ext cx="18288000" cy="620841"/>
          </a:xfrm>
          <a:custGeom>
            <a:rect b="b" l="l" r="r" t="t"/>
            <a:pathLst>
              <a:path extrusionOk="0" h="449453" w="13239462">
                <a:moveTo>
                  <a:pt x="0" y="0"/>
                </a:moveTo>
                <a:lnTo>
                  <a:pt x="0" y="449453"/>
                </a:lnTo>
                <a:lnTo>
                  <a:pt x="13239462" y="449453"/>
                </a:lnTo>
                <a:lnTo>
                  <a:pt x="13239462" y="0"/>
                </a:lnTo>
                <a:lnTo>
                  <a:pt x="0" y="0"/>
                </a:lnTo>
                <a:close/>
                <a:moveTo>
                  <a:pt x="13178501" y="388493"/>
                </a:moveTo>
                <a:lnTo>
                  <a:pt x="59690" y="388493"/>
                </a:lnTo>
                <a:lnTo>
                  <a:pt x="59690" y="59690"/>
                </a:lnTo>
                <a:lnTo>
                  <a:pt x="13178501" y="59690"/>
                </a:lnTo>
                <a:lnTo>
                  <a:pt x="13178501" y="388493"/>
                </a:lnTo>
                <a:close/>
              </a:path>
            </a:pathLst>
          </a:custGeom>
          <a:solidFill>
            <a:srgbClr val="2938FA"/>
          </a:solidFill>
          <a:ln>
            <a:noFill/>
          </a:ln>
        </p:spPr>
      </p:sp>
      <p:sp>
        <p:nvSpPr>
          <p:cNvPr id="203" name="Google Shape;203;p2"/>
          <p:cNvSpPr txBox="1"/>
          <p:nvPr/>
        </p:nvSpPr>
        <p:spPr>
          <a:xfrm>
            <a:off x="3789942" y="132849"/>
            <a:ext cx="134694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00">
                <a:solidFill>
                  <a:srgbClr val="2938FA"/>
                </a:solidFill>
              </a:rPr>
              <a:t>JavaFX GUI Components (2) • Sep. 27, 2021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2938FA"/>
              </a:solidFill>
            </a:endParaRPr>
          </a:p>
        </p:txBody>
      </p:sp>
      <p:sp>
        <p:nvSpPr>
          <p:cNvPr id="204" name="Google Shape;204;p2"/>
          <p:cNvSpPr/>
          <p:nvPr/>
        </p:nvSpPr>
        <p:spPr>
          <a:xfrm>
            <a:off x="0" y="0"/>
            <a:ext cx="2021305" cy="10287000"/>
          </a:xfrm>
          <a:custGeom>
            <a:rect b="b" l="l" r="r" t="t"/>
            <a:pathLst>
              <a:path extrusionOk="0" h="7447197" w="1463309">
                <a:moveTo>
                  <a:pt x="0" y="0"/>
                </a:moveTo>
                <a:lnTo>
                  <a:pt x="0" y="7447197"/>
                </a:lnTo>
                <a:lnTo>
                  <a:pt x="1463309" y="7447197"/>
                </a:lnTo>
                <a:lnTo>
                  <a:pt x="1463309" y="0"/>
                </a:lnTo>
                <a:lnTo>
                  <a:pt x="0" y="0"/>
                </a:lnTo>
                <a:close/>
                <a:moveTo>
                  <a:pt x="1402349" y="7386237"/>
                </a:moveTo>
                <a:lnTo>
                  <a:pt x="59690" y="7386237"/>
                </a:lnTo>
                <a:lnTo>
                  <a:pt x="59690" y="59690"/>
                </a:lnTo>
                <a:lnTo>
                  <a:pt x="1402349" y="59690"/>
                </a:lnTo>
                <a:lnTo>
                  <a:pt x="1402349" y="7386237"/>
                </a:lnTo>
                <a:close/>
              </a:path>
            </a:pathLst>
          </a:custGeom>
          <a:solidFill>
            <a:srgbClr val="2938FA"/>
          </a:solidFill>
          <a:ln>
            <a:noFill/>
          </a:ln>
        </p:spPr>
      </p:sp>
      <p:grpSp>
        <p:nvGrpSpPr>
          <p:cNvPr id="205" name="Google Shape;205;p2"/>
          <p:cNvGrpSpPr/>
          <p:nvPr/>
        </p:nvGrpSpPr>
        <p:grpSpPr>
          <a:xfrm>
            <a:off x="-1213612" y="620841"/>
            <a:ext cx="3234918" cy="9666160"/>
            <a:chOff x="0" y="0"/>
            <a:chExt cx="4313225" cy="12888213"/>
          </a:xfrm>
        </p:grpSpPr>
        <p:pic>
          <p:nvPicPr>
            <p:cNvPr id="206" name="Google Shape;206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0"/>
              <a:ext cx="4313225" cy="4313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7" name="Google Shape;207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4287494"/>
              <a:ext cx="4313225" cy="4313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8" name="Google Shape;208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8574988"/>
              <a:ext cx="4313225" cy="43132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"/>
          <p:cNvSpPr/>
          <p:nvPr/>
        </p:nvSpPr>
        <p:spPr>
          <a:xfrm>
            <a:off x="0" y="0"/>
            <a:ext cx="11158587" cy="10287000"/>
          </a:xfrm>
          <a:custGeom>
            <a:rect b="b" l="l" r="r" t="t"/>
            <a:pathLst>
              <a:path extrusionOk="0" h="7447197" w="8078176">
                <a:moveTo>
                  <a:pt x="0" y="0"/>
                </a:moveTo>
                <a:lnTo>
                  <a:pt x="0" y="7447197"/>
                </a:lnTo>
                <a:lnTo>
                  <a:pt x="8078176" y="7447197"/>
                </a:lnTo>
                <a:lnTo>
                  <a:pt x="8078176" y="0"/>
                </a:lnTo>
                <a:lnTo>
                  <a:pt x="0" y="0"/>
                </a:lnTo>
                <a:close/>
                <a:moveTo>
                  <a:pt x="8017215" y="7386237"/>
                </a:moveTo>
                <a:lnTo>
                  <a:pt x="59690" y="7386237"/>
                </a:lnTo>
                <a:lnTo>
                  <a:pt x="59690" y="59690"/>
                </a:lnTo>
                <a:lnTo>
                  <a:pt x="8017215" y="59690"/>
                </a:lnTo>
                <a:lnTo>
                  <a:pt x="8017215" y="7386237"/>
                </a:lnTo>
                <a:close/>
              </a:path>
            </a:pathLst>
          </a:custGeom>
          <a:solidFill>
            <a:srgbClr val="2938FA"/>
          </a:solidFill>
          <a:ln>
            <a:noFill/>
          </a:ln>
        </p:spPr>
      </p:sp>
      <p:sp>
        <p:nvSpPr>
          <p:cNvPr id="214" name="Google Shape;214;p3"/>
          <p:cNvSpPr/>
          <p:nvPr/>
        </p:nvSpPr>
        <p:spPr>
          <a:xfrm>
            <a:off x="11158587" y="-565979"/>
            <a:ext cx="7129413" cy="11606568"/>
          </a:xfrm>
          <a:prstGeom prst="rect">
            <a:avLst/>
          </a:prstGeom>
          <a:solidFill>
            <a:srgbClr val="F8EA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5" name="Google Shape;215;p3"/>
          <p:cNvGrpSpPr/>
          <p:nvPr/>
        </p:nvGrpSpPr>
        <p:grpSpPr>
          <a:xfrm>
            <a:off x="11426425" y="648188"/>
            <a:ext cx="6593720" cy="9178249"/>
            <a:chOff x="0" y="0"/>
            <a:chExt cx="4434840" cy="6338570"/>
          </a:xfrm>
        </p:grpSpPr>
        <p:sp>
          <p:nvSpPr>
            <p:cNvPr id="216" name="Google Shape;216;p3"/>
            <p:cNvSpPr/>
            <p:nvPr/>
          </p:nvSpPr>
          <p:spPr>
            <a:xfrm>
              <a:off x="50800" y="50800"/>
              <a:ext cx="4333240" cy="6239510"/>
            </a:xfrm>
            <a:custGeom>
              <a:rect b="b" l="l" r="r" t="t"/>
              <a:pathLst>
                <a:path extrusionOk="0" h="6239510" w="4333240">
                  <a:moveTo>
                    <a:pt x="4333240" y="335280"/>
                  </a:moveTo>
                  <a:lnTo>
                    <a:pt x="0" y="335280"/>
                  </a:lnTo>
                  <a:lnTo>
                    <a:pt x="0" y="0"/>
                  </a:lnTo>
                  <a:lnTo>
                    <a:pt x="4333240" y="0"/>
                  </a:lnTo>
                  <a:lnTo>
                    <a:pt x="4333240" y="335280"/>
                  </a:lnTo>
                  <a:close/>
                  <a:moveTo>
                    <a:pt x="4333240" y="5970270"/>
                  </a:moveTo>
                  <a:lnTo>
                    <a:pt x="4064000" y="5970270"/>
                  </a:lnTo>
                  <a:lnTo>
                    <a:pt x="4064000" y="6239510"/>
                  </a:lnTo>
                  <a:lnTo>
                    <a:pt x="4333240" y="6239510"/>
                  </a:lnTo>
                  <a:lnTo>
                    <a:pt x="4333240" y="5970270"/>
                  </a:lnTo>
                  <a:close/>
                </a:path>
              </a:pathLst>
            </a:custGeom>
            <a:solidFill>
              <a:srgbClr val="F1A5D6"/>
            </a:solidFill>
            <a:ln>
              <a:noFill/>
            </a:ln>
          </p:spPr>
        </p:sp>
        <p:sp>
          <p:nvSpPr>
            <p:cNvPr id="217" name="Google Shape;217;p3"/>
            <p:cNvSpPr/>
            <p:nvPr/>
          </p:nvSpPr>
          <p:spPr>
            <a:xfrm>
              <a:off x="196850" y="165100"/>
              <a:ext cx="811530" cy="119380"/>
            </a:xfrm>
            <a:custGeom>
              <a:rect b="b" l="l" r="r" t="t"/>
              <a:pathLst>
                <a:path extrusionOk="0" h="119380" w="811530">
                  <a:moveTo>
                    <a:pt x="119380" y="59690"/>
                  </a:moveTo>
                  <a:cubicBezTo>
                    <a:pt x="119380" y="92710"/>
                    <a:pt x="92710" y="119380"/>
                    <a:pt x="59690" y="119380"/>
                  </a:cubicBezTo>
                  <a:cubicBezTo>
                    <a:pt x="26670" y="119380"/>
                    <a:pt x="0" y="92710"/>
                    <a:pt x="0" y="59690"/>
                  </a:cubicBezTo>
                  <a:cubicBezTo>
                    <a:pt x="0" y="26670"/>
                    <a:pt x="26670" y="0"/>
                    <a:pt x="59690" y="0"/>
                  </a:cubicBezTo>
                  <a:cubicBezTo>
                    <a:pt x="92710" y="0"/>
                    <a:pt x="119380" y="26670"/>
                    <a:pt x="119380" y="59690"/>
                  </a:cubicBezTo>
                  <a:close/>
                  <a:moveTo>
                    <a:pt x="406400" y="0"/>
                  </a:moveTo>
                  <a:cubicBezTo>
                    <a:pt x="373380" y="0"/>
                    <a:pt x="346710" y="26670"/>
                    <a:pt x="346710" y="59690"/>
                  </a:cubicBezTo>
                  <a:cubicBezTo>
                    <a:pt x="346710" y="92710"/>
                    <a:pt x="373380" y="119380"/>
                    <a:pt x="406400" y="119380"/>
                  </a:cubicBezTo>
                  <a:cubicBezTo>
                    <a:pt x="439420" y="119380"/>
                    <a:pt x="466090" y="92710"/>
                    <a:pt x="466090" y="59690"/>
                  </a:cubicBezTo>
                  <a:cubicBezTo>
                    <a:pt x="466090" y="26670"/>
                    <a:pt x="439420" y="0"/>
                    <a:pt x="406400" y="0"/>
                  </a:cubicBezTo>
                  <a:close/>
                  <a:moveTo>
                    <a:pt x="751840" y="0"/>
                  </a:moveTo>
                  <a:cubicBezTo>
                    <a:pt x="718820" y="0"/>
                    <a:pt x="692150" y="26670"/>
                    <a:pt x="692150" y="59690"/>
                  </a:cubicBezTo>
                  <a:cubicBezTo>
                    <a:pt x="692150" y="92710"/>
                    <a:pt x="718820" y="119380"/>
                    <a:pt x="751840" y="119380"/>
                  </a:cubicBezTo>
                  <a:cubicBezTo>
                    <a:pt x="784860" y="119380"/>
                    <a:pt x="811530" y="92710"/>
                    <a:pt x="811530" y="59690"/>
                  </a:cubicBezTo>
                  <a:cubicBezTo>
                    <a:pt x="811530" y="26670"/>
                    <a:pt x="784860" y="0"/>
                    <a:pt x="7518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3"/>
            <p:cNvSpPr/>
            <p:nvPr/>
          </p:nvSpPr>
          <p:spPr>
            <a:xfrm>
              <a:off x="4114800" y="438150"/>
              <a:ext cx="269240" cy="5532120"/>
            </a:xfrm>
            <a:custGeom>
              <a:rect b="b" l="l" r="r" t="t"/>
              <a:pathLst>
                <a:path extrusionOk="0" h="5532120" w="269240">
                  <a:moveTo>
                    <a:pt x="269240" y="5532120"/>
                  </a:moveTo>
                  <a:lnTo>
                    <a:pt x="0" y="5532120"/>
                  </a:lnTo>
                  <a:lnTo>
                    <a:pt x="0" y="0"/>
                  </a:lnTo>
                  <a:lnTo>
                    <a:pt x="269240" y="0"/>
                  </a:lnTo>
                  <a:lnTo>
                    <a:pt x="269240" y="55321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19" name="Google Shape;219;p3"/>
            <p:cNvSpPr/>
            <p:nvPr/>
          </p:nvSpPr>
          <p:spPr>
            <a:xfrm>
              <a:off x="0" y="0"/>
              <a:ext cx="4434840" cy="6338570"/>
            </a:xfrm>
            <a:custGeom>
              <a:rect b="b" l="l" r="r" t="t"/>
              <a:pathLst>
                <a:path extrusionOk="0" h="6338570" w="4434840">
                  <a:moveTo>
                    <a:pt x="4147820" y="5826760"/>
                  </a:moveTo>
                  <a:lnTo>
                    <a:pt x="4182110" y="5788660"/>
                  </a:lnTo>
                  <a:lnTo>
                    <a:pt x="4250690" y="5849620"/>
                  </a:lnTo>
                  <a:lnTo>
                    <a:pt x="4319270" y="5788660"/>
                  </a:lnTo>
                  <a:lnTo>
                    <a:pt x="4353560" y="5826760"/>
                  </a:lnTo>
                  <a:lnTo>
                    <a:pt x="4251960" y="5919470"/>
                  </a:lnTo>
                  <a:lnTo>
                    <a:pt x="4147820" y="5826760"/>
                  </a:lnTo>
                  <a:close/>
                  <a:moveTo>
                    <a:pt x="4182110" y="5567680"/>
                  </a:moveTo>
                  <a:lnTo>
                    <a:pt x="4250690" y="5506720"/>
                  </a:lnTo>
                  <a:lnTo>
                    <a:pt x="4319270" y="5567680"/>
                  </a:lnTo>
                  <a:lnTo>
                    <a:pt x="4353560" y="5529580"/>
                  </a:lnTo>
                  <a:lnTo>
                    <a:pt x="4251960" y="5436870"/>
                  </a:lnTo>
                  <a:lnTo>
                    <a:pt x="4150360" y="5529580"/>
                  </a:lnTo>
                  <a:lnTo>
                    <a:pt x="4182110" y="5567680"/>
                  </a:lnTo>
                  <a:close/>
                  <a:moveTo>
                    <a:pt x="4434840" y="0"/>
                  </a:moveTo>
                  <a:lnTo>
                    <a:pt x="4434840" y="387350"/>
                  </a:lnTo>
                  <a:lnTo>
                    <a:pt x="4434840" y="438150"/>
                  </a:lnTo>
                  <a:lnTo>
                    <a:pt x="4434840" y="5351780"/>
                  </a:lnTo>
                  <a:lnTo>
                    <a:pt x="4434840" y="5403850"/>
                  </a:lnTo>
                  <a:lnTo>
                    <a:pt x="4434840" y="5660390"/>
                  </a:lnTo>
                  <a:lnTo>
                    <a:pt x="4434840" y="5721350"/>
                  </a:lnTo>
                  <a:lnTo>
                    <a:pt x="4434840" y="5969000"/>
                  </a:lnTo>
                  <a:lnTo>
                    <a:pt x="4434840" y="6029960"/>
                  </a:lnTo>
                  <a:lnTo>
                    <a:pt x="4434840" y="6338570"/>
                  </a:lnTo>
                  <a:lnTo>
                    <a:pt x="4064000" y="6338570"/>
                  </a:lnTo>
                  <a:lnTo>
                    <a:pt x="4064000" y="6338570"/>
                  </a:lnTo>
                  <a:lnTo>
                    <a:pt x="0" y="6338570"/>
                  </a:lnTo>
                  <a:lnTo>
                    <a:pt x="0" y="436880"/>
                  </a:lnTo>
                  <a:lnTo>
                    <a:pt x="0" y="436880"/>
                  </a:lnTo>
                  <a:lnTo>
                    <a:pt x="0" y="0"/>
                  </a:lnTo>
                  <a:lnTo>
                    <a:pt x="4434840" y="0"/>
                  </a:lnTo>
                  <a:close/>
                  <a:moveTo>
                    <a:pt x="50800" y="386080"/>
                  </a:moveTo>
                  <a:lnTo>
                    <a:pt x="4384040" y="386080"/>
                  </a:lnTo>
                  <a:lnTo>
                    <a:pt x="4384040" y="50800"/>
                  </a:lnTo>
                  <a:lnTo>
                    <a:pt x="50800" y="50800"/>
                  </a:lnTo>
                  <a:lnTo>
                    <a:pt x="50800" y="386080"/>
                  </a:lnTo>
                  <a:close/>
                  <a:moveTo>
                    <a:pt x="4064000" y="6031230"/>
                  </a:moveTo>
                  <a:lnTo>
                    <a:pt x="4064000" y="5970270"/>
                  </a:lnTo>
                  <a:lnTo>
                    <a:pt x="4064000" y="5722620"/>
                  </a:lnTo>
                  <a:lnTo>
                    <a:pt x="4064000" y="5661660"/>
                  </a:lnTo>
                  <a:lnTo>
                    <a:pt x="4064000" y="5405120"/>
                  </a:lnTo>
                  <a:lnTo>
                    <a:pt x="4064000" y="5353050"/>
                  </a:lnTo>
                  <a:lnTo>
                    <a:pt x="4064000" y="436880"/>
                  </a:lnTo>
                  <a:lnTo>
                    <a:pt x="50800" y="436880"/>
                  </a:lnTo>
                  <a:lnTo>
                    <a:pt x="50800" y="6289040"/>
                  </a:lnTo>
                  <a:lnTo>
                    <a:pt x="4064000" y="6289040"/>
                  </a:lnTo>
                  <a:lnTo>
                    <a:pt x="4064000" y="6031230"/>
                  </a:lnTo>
                  <a:close/>
                  <a:moveTo>
                    <a:pt x="4384040" y="5403850"/>
                  </a:moveTo>
                  <a:lnTo>
                    <a:pt x="4114800" y="5403850"/>
                  </a:lnTo>
                  <a:lnTo>
                    <a:pt x="4114800" y="5660390"/>
                  </a:lnTo>
                  <a:lnTo>
                    <a:pt x="4384040" y="5660390"/>
                  </a:lnTo>
                  <a:lnTo>
                    <a:pt x="4384040" y="5403850"/>
                  </a:lnTo>
                  <a:close/>
                  <a:moveTo>
                    <a:pt x="4114800" y="5721350"/>
                  </a:moveTo>
                  <a:lnTo>
                    <a:pt x="4114800" y="5969000"/>
                  </a:lnTo>
                  <a:lnTo>
                    <a:pt x="4384040" y="5969000"/>
                  </a:lnTo>
                  <a:lnTo>
                    <a:pt x="4384040" y="5721350"/>
                  </a:lnTo>
                  <a:lnTo>
                    <a:pt x="4114800" y="5721350"/>
                  </a:lnTo>
                  <a:close/>
                  <a:moveTo>
                    <a:pt x="4384040" y="6031230"/>
                  </a:moveTo>
                  <a:lnTo>
                    <a:pt x="4114800" y="6031230"/>
                  </a:lnTo>
                  <a:lnTo>
                    <a:pt x="4114800" y="6289040"/>
                  </a:lnTo>
                  <a:lnTo>
                    <a:pt x="4384040" y="6289040"/>
                  </a:lnTo>
                  <a:lnTo>
                    <a:pt x="4384040" y="6031230"/>
                  </a:lnTo>
                  <a:close/>
                  <a:moveTo>
                    <a:pt x="4384040" y="5351780"/>
                  </a:moveTo>
                  <a:lnTo>
                    <a:pt x="4384040" y="438150"/>
                  </a:lnTo>
                  <a:lnTo>
                    <a:pt x="4114800" y="438150"/>
                  </a:lnTo>
                  <a:lnTo>
                    <a:pt x="4114800" y="5351780"/>
                  </a:lnTo>
                  <a:lnTo>
                    <a:pt x="4384040" y="5351780"/>
                  </a:lnTo>
                  <a:close/>
                  <a:moveTo>
                    <a:pt x="367030" y="224790"/>
                  </a:moveTo>
                  <a:cubicBezTo>
                    <a:pt x="367030" y="285750"/>
                    <a:pt x="317500" y="335280"/>
                    <a:pt x="256540" y="335280"/>
                  </a:cubicBezTo>
                  <a:cubicBezTo>
                    <a:pt x="195580" y="335280"/>
                    <a:pt x="146050" y="285750"/>
                    <a:pt x="146050" y="224790"/>
                  </a:cubicBezTo>
                  <a:cubicBezTo>
                    <a:pt x="146050" y="163830"/>
                    <a:pt x="195580" y="114300"/>
                    <a:pt x="256540" y="114300"/>
                  </a:cubicBezTo>
                  <a:cubicBezTo>
                    <a:pt x="317500" y="114300"/>
                    <a:pt x="367030" y="163830"/>
                    <a:pt x="367030" y="224790"/>
                  </a:cubicBezTo>
                  <a:close/>
                  <a:moveTo>
                    <a:pt x="316230" y="224790"/>
                  </a:moveTo>
                  <a:cubicBezTo>
                    <a:pt x="316230" y="191770"/>
                    <a:pt x="289560" y="165100"/>
                    <a:pt x="256540" y="165100"/>
                  </a:cubicBezTo>
                  <a:cubicBezTo>
                    <a:pt x="223520" y="165100"/>
                    <a:pt x="196850" y="191770"/>
                    <a:pt x="196850" y="224790"/>
                  </a:cubicBezTo>
                  <a:cubicBezTo>
                    <a:pt x="196850" y="257810"/>
                    <a:pt x="223520" y="284480"/>
                    <a:pt x="256540" y="284480"/>
                  </a:cubicBezTo>
                  <a:cubicBezTo>
                    <a:pt x="289560" y="285750"/>
                    <a:pt x="316230" y="257810"/>
                    <a:pt x="316230" y="224790"/>
                  </a:cubicBezTo>
                  <a:close/>
                  <a:moveTo>
                    <a:pt x="713740" y="224790"/>
                  </a:moveTo>
                  <a:cubicBezTo>
                    <a:pt x="713740" y="285750"/>
                    <a:pt x="664210" y="335280"/>
                    <a:pt x="603250" y="335280"/>
                  </a:cubicBezTo>
                  <a:cubicBezTo>
                    <a:pt x="542290" y="335280"/>
                    <a:pt x="492760" y="285750"/>
                    <a:pt x="492760" y="224790"/>
                  </a:cubicBezTo>
                  <a:cubicBezTo>
                    <a:pt x="492760" y="163830"/>
                    <a:pt x="541020" y="114300"/>
                    <a:pt x="603250" y="114300"/>
                  </a:cubicBezTo>
                  <a:cubicBezTo>
                    <a:pt x="664210" y="114300"/>
                    <a:pt x="713740" y="163830"/>
                    <a:pt x="713740" y="224790"/>
                  </a:cubicBezTo>
                  <a:close/>
                  <a:moveTo>
                    <a:pt x="662940" y="224790"/>
                  </a:moveTo>
                  <a:cubicBezTo>
                    <a:pt x="662940" y="191770"/>
                    <a:pt x="636270" y="165100"/>
                    <a:pt x="603250" y="165100"/>
                  </a:cubicBezTo>
                  <a:cubicBezTo>
                    <a:pt x="570230" y="165100"/>
                    <a:pt x="543560" y="191770"/>
                    <a:pt x="543560" y="224790"/>
                  </a:cubicBezTo>
                  <a:cubicBezTo>
                    <a:pt x="543560" y="257810"/>
                    <a:pt x="570230" y="284480"/>
                    <a:pt x="603250" y="284480"/>
                  </a:cubicBezTo>
                  <a:cubicBezTo>
                    <a:pt x="636270" y="285750"/>
                    <a:pt x="662940" y="257810"/>
                    <a:pt x="662940" y="224790"/>
                  </a:cubicBezTo>
                  <a:close/>
                  <a:moveTo>
                    <a:pt x="1060450" y="224790"/>
                  </a:moveTo>
                  <a:cubicBezTo>
                    <a:pt x="1060450" y="285750"/>
                    <a:pt x="1010920" y="335280"/>
                    <a:pt x="949960" y="335280"/>
                  </a:cubicBezTo>
                  <a:cubicBezTo>
                    <a:pt x="889000" y="335280"/>
                    <a:pt x="839470" y="285750"/>
                    <a:pt x="839470" y="224790"/>
                  </a:cubicBezTo>
                  <a:cubicBezTo>
                    <a:pt x="839470" y="163830"/>
                    <a:pt x="887730" y="114300"/>
                    <a:pt x="948690" y="114300"/>
                  </a:cubicBezTo>
                  <a:cubicBezTo>
                    <a:pt x="1009650" y="114300"/>
                    <a:pt x="1060450" y="163830"/>
                    <a:pt x="1060450" y="224790"/>
                  </a:cubicBezTo>
                  <a:close/>
                  <a:moveTo>
                    <a:pt x="1009650" y="224790"/>
                  </a:moveTo>
                  <a:cubicBezTo>
                    <a:pt x="1009650" y="191770"/>
                    <a:pt x="982980" y="165100"/>
                    <a:pt x="949960" y="165100"/>
                  </a:cubicBezTo>
                  <a:cubicBezTo>
                    <a:pt x="916940" y="165100"/>
                    <a:pt x="890270" y="191770"/>
                    <a:pt x="890270" y="224790"/>
                  </a:cubicBezTo>
                  <a:cubicBezTo>
                    <a:pt x="890270" y="257810"/>
                    <a:pt x="916940" y="284480"/>
                    <a:pt x="949960" y="284480"/>
                  </a:cubicBezTo>
                  <a:cubicBezTo>
                    <a:pt x="981710" y="285750"/>
                    <a:pt x="1009650" y="257810"/>
                    <a:pt x="1009650" y="224790"/>
                  </a:cubicBezTo>
                  <a:close/>
                  <a:moveTo>
                    <a:pt x="1207770" y="304800"/>
                  </a:moveTo>
                  <a:lnTo>
                    <a:pt x="4263390" y="304800"/>
                  </a:lnTo>
                  <a:lnTo>
                    <a:pt x="4263390" y="254000"/>
                  </a:lnTo>
                  <a:lnTo>
                    <a:pt x="1207770" y="254000"/>
                  </a:lnTo>
                  <a:lnTo>
                    <a:pt x="1207770" y="304800"/>
                  </a:lnTo>
                  <a:close/>
                  <a:moveTo>
                    <a:pt x="1207770" y="177800"/>
                  </a:moveTo>
                  <a:lnTo>
                    <a:pt x="4263390" y="177800"/>
                  </a:lnTo>
                  <a:lnTo>
                    <a:pt x="4263390" y="127000"/>
                  </a:lnTo>
                  <a:lnTo>
                    <a:pt x="1207770" y="127000"/>
                  </a:lnTo>
                  <a:lnTo>
                    <a:pt x="1207770" y="177800"/>
                  </a:lnTo>
                  <a:close/>
                </a:path>
              </a:pathLst>
            </a:custGeom>
            <a:solidFill>
              <a:srgbClr val="2938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0" name="Google Shape;220;p3"/>
          <p:cNvGrpSpPr/>
          <p:nvPr/>
        </p:nvGrpSpPr>
        <p:grpSpPr>
          <a:xfrm>
            <a:off x="1028700" y="1078706"/>
            <a:ext cx="8608275" cy="7998619"/>
            <a:chOff x="0" y="66675"/>
            <a:chExt cx="11477700" cy="10664825"/>
          </a:xfrm>
        </p:grpSpPr>
        <p:sp>
          <p:nvSpPr>
            <p:cNvPr id="221" name="Google Shape;221;p3"/>
            <p:cNvSpPr txBox="1"/>
            <p:nvPr/>
          </p:nvSpPr>
          <p:spPr>
            <a:xfrm>
              <a:off x="657250" y="66675"/>
              <a:ext cx="10820400" cy="185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9050" u="none" cap="none" strike="noStrike">
                  <a:solidFill>
                    <a:srgbClr val="2938F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Table View</a:t>
              </a:r>
              <a:endParaRPr b="1" sz="905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2" name="Google Shape;222;p3"/>
            <p:cNvSpPr txBox="1"/>
            <p:nvPr/>
          </p:nvSpPr>
          <p:spPr>
            <a:xfrm>
              <a:off x="0" y="3480200"/>
              <a:ext cx="11477700" cy="725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438150" lvl="0" marL="457200" marR="0" rtl="0" algn="l">
                <a:lnSpc>
                  <a:spcPct val="139966"/>
                </a:lnSpc>
                <a:spcBef>
                  <a:spcPts val="0"/>
                </a:spcBef>
                <a:spcAft>
                  <a:spcPts val="0"/>
                </a:spcAft>
                <a:buClr>
                  <a:srgbClr val="2938FA"/>
                </a:buClr>
                <a:buSzPts val="3300"/>
                <a:buFont typeface="VT323"/>
                <a:buChar char="●"/>
              </a:pPr>
              <a:r>
                <a:rPr b="0" i="0" lang="en-US" sz="3300" u="none" cap="none" strike="noStrike">
                  <a:solidFill>
                    <a:srgbClr val="2938FA"/>
                  </a:solidFill>
                  <a:latin typeface="VT323"/>
                  <a:ea typeface="VT323"/>
                  <a:cs typeface="VT323"/>
                  <a:sym typeface="VT323"/>
                </a:rPr>
                <a:t>Implements a data model to be presented in a tabular form.</a:t>
              </a:r>
              <a:endParaRPr b="0" i="0" sz="3300" u="none" cap="none" strike="noStrike">
                <a:solidFill>
                  <a:srgbClr val="2938FA"/>
                </a:solidFill>
                <a:latin typeface="VT323"/>
                <a:ea typeface="VT323"/>
                <a:cs typeface="VT323"/>
                <a:sym typeface="VT323"/>
              </a:endParaRPr>
            </a:p>
            <a:p>
              <a:pPr indent="0" lvl="0" marL="457200" marR="0" rtl="0" algn="l">
                <a:lnSpc>
                  <a:spcPct val="139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300">
                <a:solidFill>
                  <a:srgbClr val="2938FA"/>
                </a:solidFill>
                <a:latin typeface="VT323"/>
                <a:ea typeface="VT323"/>
                <a:cs typeface="VT323"/>
                <a:sym typeface="VT323"/>
              </a:endParaRPr>
            </a:p>
            <a:p>
              <a:pPr indent="-438150" lvl="0" marL="457200" marR="0" rtl="0" algn="l">
                <a:lnSpc>
                  <a:spcPct val="139966"/>
                </a:lnSpc>
                <a:spcBef>
                  <a:spcPts val="0"/>
                </a:spcBef>
                <a:spcAft>
                  <a:spcPts val="0"/>
                </a:spcAft>
                <a:buClr>
                  <a:srgbClr val="2938FA"/>
                </a:buClr>
                <a:buSzPts val="3300"/>
                <a:buFont typeface="VT323"/>
                <a:buChar char="●"/>
              </a:pPr>
              <a:r>
                <a:rPr lang="en-US" sz="3300">
                  <a:solidFill>
                    <a:srgbClr val="2938FA"/>
                  </a:solidFill>
                  <a:latin typeface="VT323"/>
                  <a:ea typeface="VT323"/>
                  <a:cs typeface="VT323"/>
                  <a:sym typeface="VT323"/>
                </a:rPr>
                <a:t>The table view classes have a range of features such as nested columns, resizing columns and rows, sorting the items alphabetically or numerically, etc...</a:t>
              </a:r>
              <a:endParaRPr sz="3300">
                <a:solidFill>
                  <a:srgbClr val="2938FA"/>
                </a:solidFill>
                <a:latin typeface="VT323"/>
                <a:ea typeface="VT323"/>
                <a:cs typeface="VT323"/>
                <a:sym typeface="VT323"/>
              </a:endParaRPr>
            </a:p>
            <a:p>
              <a:pPr indent="0" lvl="0" marL="457200" marR="0" rtl="0" algn="l">
                <a:lnSpc>
                  <a:spcPct val="139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000">
                <a:solidFill>
                  <a:srgbClr val="2938FA"/>
                </a:solidFill>
                <a:latin typeface="VT323"/>
                <a:ea typeface="VT323"/>
                <a:cs typeface="VT323"/>
                <a:sym typeface="VT323"/>
              </a:endParaRPr>
            </a:p>
          </p:txBody>
        </p:sp>
      </p:grpSp>
      <p:pic>
        <p:nvPicPr>
          <p:cNvPr id="223" name="Google Shape;223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26425" y="1278598"/>
            <a:ext cx="6092814" cy="854766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"/>
          <p:cNvSpPr txBox="1"/>
          <p:nvPr/>
        </p:nvSpPr>
        <p:spPr>
          <a:xfrm>
            <a:off x="-2539433" y="9728012"/>
            <a:ext cx="134694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00">
                <a:solidFill>
                  <a:srgbClr val="2938FA"/>
                </a:solidFill>
              </a:rPr>
              <a:t>JavaFX GUI Components (2) • Part 1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2938FA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oogle Shape;229;p4"/>
          <p:cNvGrpSpPr/>
          <p:nvPr/>
        </p:nvGrpSpPr>
        <p:grpSpPr>
          <a:xfrm>
            <a:off x="7996144" y="-19911"/>
            <a:ext cx="10291857" cy="10326822"/>
            <a:chOff x="0" y="0"/>
            <a:chExt cx="13722476" cy="13769096"/>
          </a:xfrm>
        </p:grpSpPr>
        <p:sp>
          <p:nvSpPr>
            <p:cNvPr id="230" name="Google Shape;230;p4"/>
            <p:cNvSpPr/>
            <p:nvPr/>
          </p:nvSpPr>
          <p:spPr>
            <a:xfrm>
              <a:off x="0" y="0"/>
              <a:ext cx="13722476" cy="13716000"/>
            </a:xfrm>
            <a:custGeom>
              <a:rect b="b" l="l" r="r" t="t"/>
              <a:pathLst>
                <a:path extrusionOk="0" h="7447197" w="7450713">
                  <a:moveTo>
                    <a:pt x="0" y="0"/>
                  </a:moveTo>
                  <a:lnTo>
                    <a:pt x="0" y="7447197"/>
                  </a:lnTo>
                  <a:lnTo>
                    <a:pt x="7450713" y="7447197"/>
                  </a:lnTo>
                  <a:lnTo>
                    <a:pt x="7450713" y="0"/>
                  </a:lnTo>
                  <a:lnTo>
                    <a:pt x="0" y="0"/>
                  </a:lnTo>
                  <a:close/>
                  <a:moveTo>
                    <a:pt x="7389753" y="7386237"/>
                  </a:moveTo>
                  <a:lnTo>
                    <a:pt x="59690" y="7386237"/>
                  </a:lnTo>
                  <a:lnTo>
                    <a:pt x="59690" y="59690"/>
                  </a:lnTo>
                  <a:lnTo>
                    <a:pt x="7389753" y="59690"/>
                  </a:lnTo>
                  <a:lnTo>
                    <a:pt x="7389753" y="7386237"/>
                  </a:lnTo>
                  <a:close/>
                </a:path>
              </a:pathLst>
            </a:custGeom>
            <a:solidFill>
              <a:srgbClr val="2938FA"/>
            </a:solidFill>
            <a:ln>
              <a:noFill/>
            </a:ln>
          </p:spPr>
        </p:sp>
        <p:pic>
          <p:nvPicPr>
            <p:cNvPr id="231" name="Google Shape;231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114450" y="0"/>
              <a:ext cx="4608025" cy="4608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2" name="Google Shape;232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114450" y="4580536"/>
              <a:ext cx="4608025" cy="4608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3" name="Google Shape;233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114450" y="9161071"/>
              <a:ext cx="4608025" cy="4608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4" name="Google Shape;234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557225" y="0"/>
              <a:ext cx="4608025" cy="4608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5" name="Google Shape;235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557225" y="4580536"/>
              <a:ext cx="4608025" cy="4608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6" name="Google Shape;236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557225" y="9161071"/>
              <a:ext cx="4608025" cy="4608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7" name="Google Shape;237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4608025" cy="4608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8" name="Google Shape;238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4580536"/>
              <a:ext cx="4608025" cy="4608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9" name="Google Shape;239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9161071"/>
              <a:ext cx="4608025" cy="46080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0" name="Google Shape;240;p4"/>
          <p:cNvGrpSpPr/>
          <p:nvPr/>
        </p:nvGrpSpPr>
        <p:grpSpPr>
          <a:xfrm>
            <a:off x="8495862" y="898712"/>
            <a:ext cx="4540796" cy="6613525"/>
            <a:chOff x="1270" y="3810"/>
            <a:chExt cx="6352540" cy="6350000"/>
          </a:xfrm>
        </p:grpSpPr>
        <p:sp>
          <p:nvSpPr>
            <p:cNvPr id="241" name="Google Shape;241;p4"/>
            <p:cNvSpPr/>
            <p:nvPr/>
          </p:nvSpPr>
          <p:spPr>
            <a:xfrm>
              <a:off x="102870" y="105410"/>
              <a:ext cx="6149340" cy="431800"/>
            </a:xfrm>
            <a:custGeom>
              <a:rect b="b" l="l" r="r" t="t"/>
              <a:pathLst>
                <a:path extrusionOk="0" h="431800" w="6149340">
                  <a:moveTo>
                    <a:pt x="6149340" y="431800"/>
                  </a:moveTo>
                  <a:lnTo>
                    <a:pt x="0" y="431800"/>
                  </a:lnTo>
                  <a:lnTo>
                    <a:pt x="0" y="0"/>
                  </a:lnTo>
                  <a:lnTo>
                    <a:pt x="6148070" y="0"/>
                  </a:lnTo>
                  <a:lnTo>
                    <a:pt x="6149340" y="431800"/>
                  </a:lnTo>
                  <a:lnTo>
                    <a:pt x="6149340" y="431800"/>
                  </a:lnTo>
                  <a:close/>
                </a:path>
              </a:pathLst>
            </a:custGeom>
            <a:solidFill>
              <a:srgbClr val="F8EAF3"/>
            </a:solidFill>
            <a:ln>
              <a:noFill/>
            </a:ln>
          </p:spPr>
        </p:sp>
        <p:sp>
          <p:nvSpPr>
            <p:cNvPr id="242" name="Google Shape;242;p4"/>
            <p:cNvSpPr/>
            <p:nvPr/>
          </p:nvSpPr>
          <p:spPr>
            <a:xfrm>
              <a:off x="102870" y="105410"/>
              <a:ext cx="431800" cy="431800"/>
            </a:xfrm>
            <a:custGeom>
              <a:rect b="b" l="l" r="r" t="t"/>
              <a:pathLst>
                <a:path extrusionOk="0" h="431800" w="431800">
                  <a:moveTo>
                    <a:pt x="431800" y="431800"/>
                  </a:moveTo>
                  <a:lnTo>
                    <a:pt x="0" y="431800"/>
                  </a:lnTo>
                  <a:lnTo>
                    <a:pt x="0" y="0"/>
                  </a:lnTo>
                  <a:lnTo>
                    <a:pt x="431800" y="0"/>
                  </a:lnTo>
                  <a:lnTo>
                    <a:pt x="431800" y="431800"/>
                  </a:lnTo>
                  <a:close/>
                </a:path>
              </a:pathLst>
            </a:custGeom>
            <a:solidFill>
              <a:srgbClr val="F1A5D6"/>
            </a:solidFill>
            <a:ln>
              <a:noFill/>
            </a:ln>
          </p:spPr>
        </p:sp>
        <p:sp>
          <p:nvSpPr>
            <p:cNvPr id="243" name="Google Shape;243;p4"/>
            <p:cNvSpPr/>
            <p:nvPr/>
          </p:nvSpPr>
          <p:spPr>
            <a:xfrm>
              <a:off x="1270" y="3810"/>
              <a:ext cx="6352540" cy="6350000"/>
            </a:xfrm>
            <a:custGeom>
              <a:rect b="b" l="l" r="r" t="t"/>
              <a:pathLst>
                <a:path extrusionOk="0" h="6350000" w="6352540">
                  <a:moveTo>
                    <a:pt x="0" y="0"/>
                  </a:moveTo>
                  <a:lnTo>
                    <a:pt x="0" y="533400"/>
                  </a:lnTo>
                  <a:lnTo>
                    <a:pt x="0" y="635000"/>
                  </a:lnTo>
                  <a:lnTo>
                    <a:pt x="0" y="6350000"/>
                  </a:lnTo>
                  <a:lnTo>
                    <a:pt x="6352540" y="6350000"/>
                  </a:lnTo>
                  <a:lnTo>
                    <a:pt x="6352540" y="635000"/>
                  </a:lnTo>
                  <a:lnTo>
                    <a:pt x="6352540" y="533400"/>
                  </a:lnTo>
                  <a:lnTo>
                    <a:pt x="6352540" y="0"/>
                  </a:lnTo>
                  <a:lnTo>
                    <a:pt x="0" y="0"/>
                  </a:lnTo>
                  <a:close/>
                  <a:moveTo>
                    <a:pt x="101600" y="101600"/>
                  </a:moveTo>
                  <a:lnTo>
                    <a:pt x="533400" y="101600"/>
                  </a:lnTo>
                  <a:lnTo>
                    <a:pt x="533400" y="533400"/>
                  </a:lnTo>
                  <a:lnTo>
                    <a:pt x="101600" y="533400"/>
                  </a:lnTo>
                  <a:lnTo>
                    <a:pt x="101600" y="101600"/>
                  </a:lnTo>
                  <a:close/>
                  <a:moveTo>
                    <a:pt x="6249670" y="6248400"/>
                  </a:moveTo>
                  <a:lnTo>
                    <a:pt x="101600" y="6248400"/>
                  </a:lnTo>
                  <a:lnTo>
                    <a:pt x="101600" y="635000"/>
                  </a:lnTo>
                  <a:lnTo>
                    <a:pt x="635000" y="635000"/>
                  </a:lnTo>
                  <a:lnTo>
                    <a:pt x="6249670" y="635000"/>
                  </a:lnTo>
                  <a:lnTo>
                    <a:pt x="6249670" y="6248400"/>
                  </a:lnTo>
                  <a:lnTo>
                    <a:pt x="6249670" y="6248400"/>
                  </a:lnTo>
                  <a:lnTo>
                    <a:pt x="6249670" y="6248400"/>
                  </a:lnTo>
                  <a:close/>
                  <a:moveTo>
                    <a:pt x="6250940" y="533400"/>
                  </a:moveTo>
                  <a:lnTo>
                    <a:pt x="636270" y="533400"/>
                  </a:lnTo>
                  <a:lnTo>
                    <a:pt x="636270" y="101600"/>
                  </a:lnTo>
                  <a:lnTo>
                    <a:pt x="6250940" y="101600"/>
                  </a:lnTo>
                  <a:lnTo>
                    <a:pt x="6250940" y="533400"/>
                  </a:lnTo>
                  <a:close/>
                  <a:moveTo>
                    <a:pt x="373380" y="317500"/>
                  </a:moveTo>
                  <a:lnTo>
                    <a:pt x="472440" y="416560"/>
                  </a:lnTo>
                  <a:lnTo>
                    <a:pt x="417830" y="471170"/>
                  </a:lnTo>
                  <a:lnTo>
                    <a:pt x="317500" y="372110"/>
                  </a:lnTo>
                  <a:lnTo>
                    <a:pt x="218440" y="471170"/>
                  </a:lnTo>
                  <a:lnTo>
                    <a:pt x="163830" y="416560"/>
                  </a:lnTo>
                  <a:lnTo>
                    <a:pt x="262890" y="317500"/>
                  </a:lnTo>
                  <a:lnTo>
                    <a:pt x="163830" y="218440"/>
                  </a:lnTo>
                  <a:lnTo>
                    <a:pt x="218440" y="163830"/>
                  </a:lnTo>
                  <a:lnTo>
                    <a:pt x="317500" y="262890"/>
                  </a:lnTo>
                  <a:lnTo>
                    <a:pt x="416560" y="163830"/>
                  </a:lnTo>
                  <a:lnTo>
                    <a:pt x="472440" y="218440"/>
                  </a:lnTo>
                  <a:lnTo>
                    <a:pt x="373380" y="317500"/>
                  </a:lnTo>
                  <a:close/>
                </a:path>
              </a:pathLst>
            </a:custGeom>
            <a:solidFill>
              <a:srgbClr val="2938FA"/>
            </a:solidFill>
            <a:ln>
              <a:noFill/>
            </a:ln>
          </p:spPr>
        </p:sp>
      </p:grpSp>
      <p:sp>
        <p:nvSpPr>
          <p:cNvPr id="244" name="Google Shape;244;p4"/>
          <p:cNvSpPr/>
          <p:nvPr/>
        </p:nvSpPr>
        <p:spPr>
          <a:xfrm>
            <a:off x="0" y="0"/>
            <a:ext cx="18303556" cy="10295750"/>
          </a:xfrm>
          <a:custGeom>
            <a:rect b="b" l="l" r="r" t="t"/>
            <a:pathLst>
              <a:path extrusionOk="0" h="7447197" w="13239462">
                <a:moveTo>
                  <a:pt x="0" y="0"/>
                </a:moveTo>
                <a:lnTo>
                  <a:pt x="0" y="7447197"/>
                </a:lnTo>
                <a:lnTo>
                  <a:pt x="13239462" y="7447197"/>
                </a:lnTo>
                <a:lnTo>
                  <a:pt x="13239462" y="0"/>
                </a:lnTo>
                <a:lnTo>
                  <a:pt x="0" y="0"/>
                </a:lnTo>
                <a:close/>
                <a:moveTo>
                  <a:pt x="13178501" y="7386237"/>
                </a:moveTo>
                <a:lnTo>
                  <a:pt x="59690" y="7386237"/>
                </a:lnTo>
                <a:lnTo>
                  <a:pt x="59690" y="59690"/>
                </a:lnTo>
                <a:lnTo>
                  <a:pt x="13178501" y="59690"/>
                </a:lnTo>
                <a:lnTo>
                  <a:pt x="13178501" y="7386237"/>
                </a:lnTo>
                <a:close/>
              </a:path>
            </a:pathLst>
          </a:custGeom>
          <a:solidFill>
            <a:srgbClr val="2938FA"/>
          </a:solidFill>
          <a:ln>
            <a:noFill/>
          </a:ln>
        </p:spPr>
      </p:sp>
      <p:grpSp>
        <p:nvGrpSpPr>
          <p:cNvPr id="245" name="Google Shape;245;p4"/>
          <p:cNvGrpSpPr/>
          <p:nvPr/>
        </p:nvGrpSpPr>
        <p:grpSpPr>
          <a:xfrm>
            <a:off x="90688" y="1078706"/>
            <a:ext cx="8115300" cy="8889794"/>
            <a:chOff x="-1250683" y="66675"/>
            <a:chExt cx="10820400" cy="11853058"/>
          </a:xfrm>
        </p:grpSpPr>
        <p:sp>
          <p:nvSpPr>
            <p:cNvPr id="246" name="Google Shape;246;p4"/>
            <p:cNvSpPr txBox="1"/>
            <p:nvPr/>
          </p:nvSpPr>
          <p:spPr>
            <a:xfrm>
              <a:off x="-1250683" y="66675"/>
              <a:ext cx="10820400" cy="185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50">
                  <a:solidFill>
                    <a:srgbClr val="2938F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List View</a:t>
              </a:r>
              <a:endParaRPr b="1" sz="905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7" name="Google Shape;247;p4"/>
            <p:cNvSpPr txBox="1"/>
            <p:nvPr/>
          </p:nvSpPr>
          <p:spPr>
            <a:xfrm>
              <a:off x="-1035233" y="3892933"/>
              <a:ext cx="10128000" cy="802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438150" lvl="0" marL="457200" marR="0" rtl="0" algn="l">
                <a:lnSpc>
                  <a:spcPct val="139966"/>
                </a:lnSpc>
                <a:spcBef>
                  <a:spcPts val="0"/>
                </a:spcBef>
                <a:spcAft>
                  <a:spcPts val="0"/>
                </a:spcAft>
                <a:buClr>
                  <a:srgbClr val="2938FA"/>
                </a:buClr>
                <a:buSzPts val="3300"/>
                <a:buFont typeface="VT323"/>
                <a:buChar char="●"/>
              </a:pPr>
              <a:r>
                <a:rPr lang="en-US" sz="3300">
                  <a:solidFill>
                    <a:srgbClr val="2938FA"/>
                  </a:solidFill>
                  <a:latin typeface="VT323"/>
                  <a:ea typeface="VT323"/>
                  <a:cs typeface="VT323"/>
                  <a:sym typeface="VT323"/>
                </a:rPr>
                <a:t>The ListView class represents a scrollable list of items which can represent strings, colors, numbers...</a:t>
              </a:r>
              <a:endParaRPr sz="3300">
                <a:solidFill>
                  <a:srgbClr val="2938FA"/>
                </a:solidFill>
                <a:latin typeface="VT323"/>
                <a:ea typeface="VT323"/>
                <a:cs typeface="VT323"/>
                <a:sym typeface="VT323"/>
              </a:endParaRPr>
            </a:p>
            <a:p>
              <a:pPr indent="0" lvl="0" marL="457200" marR="0" rtl="0" algn="l">
                <a:lnSpc>
                  <a:spcPct val="139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300">
                <a:solidFill>
                  <a:srgbClr val="2938FA"/>
                </a:solidFill>
                <a:latin typeface="VT323"/>
                <a:ea typeface="VT323"/>
                <a:cs typeface="VT323"/>
                <a:sym typeface="VT323"/>
              </a:endParaRPr>
            </a:p>
            <a:p>
              <a:pPr indent="-438150" lvl="0" marL="457200" marR="0" rtl="0" algn="l">
                <a:lnSpc>
                  <a:spcPct val="139966"/>
                </a:lnSpc>
                <a:spcBef>
                  <a:spcPts val="0"/>
                </a:spcBef>
                <a:spcAft>
                  <a:spcPts val="0"/>
                </a:spcAft>
                <a:buClr>
                  <a:srgbClr val="2938FA"/>
                </a:buClr>
                <a:buSzPts val="3300"/>
                <a:buFont typeface="VT323"/>
                <a:buChar char="●"/>
              </a:pPr>
              <a:r>
                <a:rPr lang="en-US" sz="3300">
                  <a:solidFill>
                    <a:srgbClr val="2938FA"/>
                  </a:solidFill>
                  <a:latin typeface="VT323"/>
                  <a:ea typeface="VT323"/>
                  <a:cs typeface="VT323"/>
                  <a:sym typeface="VT323"/>
                </a:rPr>
                <a:t>Events can be called whenever an item is selected.</a:t>
              </a:r>
              <a:endParaRPr sz="3300">
                <a:solidFill>
                  <a:srgbClr val="2938FA"/>
                </a:solidFill>
                <a:latin typeface="VT323"/>
                <a:ea typeface="VT323"/>
                <a:cs typeface="VT323"/>
                <a:sym typeface="VT323"/>
              </a:endParaRPr>
            </a:p>
            <a:p>
              <a:pPr indent="0" lvl="0" marL="457200" marR="0" rtl="0" algn="l">
                <a:lnSpc>
                  <a:spcPct val="139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000">
                <a:solidFill>
                  <a:srgbClr val="2938FA"/>
                </a:solidFill>
                <a:latin typeface="VT323"/>
                <a:ea typeface="VT323"/>
                <a:cs typeface="VT323"/>
                <a:sym typeface="VT323"/>
              </a:endParaRPr>
            </a:p>
            <a:p>
              <a:pPr indent="0" lvl="0" marL="457200" marR="0" rtl="0" algn="l">
                <a:lnSpc>
                  <a:spcPct val="139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000">
                <a:solidFill>
                  <a:srgbClr val="2938FA"/>
                </a:solidFill>
                <a:latin typeface="VT323"/>
                <a:ea typeface="VT323"/>
                <a:cs typeface="VT323"/>
                <a:sym typeface="VT323"/>
              </a:endParaRPr>
            </a:p>
            <a:p>
              <a:pPr indent="0" lvl="0" marL="457200" marR="0" rtl="0" algn="l">
                <a:lnSpc>
                  <a:spcPct val="139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000">
                <a:solidFill>
                  <a:srgbClr val="2938FA"/>
                </a:solidFill>
                <a:latin typeface="VT323"/>
                <a:ea typeface="VT323"/>
                <a:cs typeface="VT323"/>
                <a:sym typeface="VT323"/>
              </a:endParaRPr>
            </a:p>
          </p:txBody>
        </p:sp>
      </p:grpSp>
      <p:sp>
        <p:nvSpPr>
          <p:cNvPr id="248" name="Google Shape;248;p4"/>
          <p:cNvSpPr txBox="1"/>
          <p:nvPr/>
        </p:nvSpPr>
        <p:spPr>
          <a:xfrm>
            <a:off x="925000" y="2274100"/>
            <a:ext cx="30000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pic>
        <p:nvPicPr>
          <p:cNvPr id="249" name="Google Shape;249;p4"/>
          <p:cNvPicPr preferRelativeResize="0"/>
          <p:nvPr/>
        </p:nvPicPr>
        <p:blipFill rotWithShape="1">
          <a:blip r:embed="rId4">
            <a:alphaModFix/>
          </a:blip>
          <a:srcRect b="3977" l="5653" r="6418" t="19687"/>
          <a:stretch/>
        </p:blipFill>
        <p:spPr>
          <a:xfrm>
            <a:off x="8567301" y="1532287"/>
            <a:ext cx="4383544" cy="58898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0" name="Google Shape;250;p4"/>
          <p:cNvGrpSpPr/>
          <p:nvPr/>
        </p:nvGrpSpPr>
        <p:grpSpPr>
          <a:xfrm>
            <a:off x="13326500" y="2967300"/>
            <a:ext cx="4540796" cy="6613525"/>
            <a:chOff x="1270" y="3810"/>
            <a:chExt cx="6352540" cy="6350000"/>
          </a:xfrm>
        </p:grpSpPr>
        <p:sp>
          <p:nvSpPr>
            <p:cNvPr id="251" name="Google Shape;251;p4"/>
            <p:cNvSpPr/>
            <p:nvPr/>
          </p:nvSpPr>
          <p:spPr>
            <a:xfrm>
              <a:off x="102870" y="105410"/>
              <a:ext cx="6149340" cy="431800"/>
            </a:xfrm>
            <a:custGeom>
              <a:rect b="b" l="l" r="r" t="t"/>
              <a:pathLst>
                <a:path extrusionOk="0" h="431800" w="6149340">
                  <a:moveTo>
                    <a:pt x="6149340" y="431800"/>
                  </a:moveTo>
                  <a:lnTo>
                    <a:pt x="0" y="431800"/>
                  </a:lnTo>
                  <a:lnTo>
                    <a:pt x="0" y="0"/>
                  </a:lnTo>
                  <a:lnTo>
                    <a:pt x="6148070" y="0"/>
                  </a:lnTo>
                  <a:lnTo>
                    <a:pt x="6149340" y="431800"/>
                  </a:lnTo>
                  <a:lnTo>
                    <a:pt x="6149340" y="431800"/>
                  </a:lnTo>
                  <a:close/>
                </a:path>
              </a:pathLst>
            </a:custGeom>
            <a:solidFill>
              <a:srgbClr val="F8EAF3"/>
            </a:solidFill>
            <a:ln>
              <a:noFill/>
            </a:ln>
          </p:spPr>
        </p:sp>
        <p:sp>
          <p:nvSpPr>
            <p:cNvPr id="252" name="Google Shape;252;p4"/>
            <p:cNvSpPr/>
            <p:nvPr/>
          </p:nvSpPr>
          <p:spPr>
            <a:xfrm>
              <a:off x="102870" y="105410"/>
              <a:ext cx="431800" cy="431800"/>
            </a:xfrm>
            <a:custGeom>
              <a:rect b="b" l="l" r="r" t="t"/>
              <a:pathLst>
                <a:path extrusionOk="0" h="431800" w="431800">
                  <a:moveTo>
                    <a:pt x="431800" y="431800"/>
                  </a:moveTo>
                  <a:lnTo>
                    <a:pt x="0" y="431800"/>
                  </a:lnTo>
                  <a:lnTo>
                    <a:pt x="0" y="0"/>
                  </a:lnTo>
                  <a:lnTo>
                    <a:pt x="431800" y="0"/>
                  </a:lnTo>
                  <a:lnTo>
                    <a:pt x="431800" y="431800"/>
                  </a:lnTo>
                  <a:close/>
                </a:path>
              </a:pathLst>
            </a:custGeom>
            <a:solidFill>
              <a:srgbClr val="F1A5D6"/>
            </a:solidFill>
            <a:ln>
              <a:noFill/>
            </a:ln>
          </p:spPr>
        </p:sp>
        <p:sp>
          <p:nvSpPr>
            <p:cNvPr id="253" name="Google Shape;253;p4"/>
            <p:cNvSpPr/>
            <p:nvPr/>
          </p:nvSpPr>
          <p:spPr>
            <a:xfrm>
              <a:off x="1270" y="3810"/>
              <a:ext cx="6352540" cy="6350000"/>
            </a:xfrm>
            <a:custGeom>
              <a:rect b="b" l="l" r="r" t="t"/>
              <a:pathLst>
                <a:path extrusionOk="0" h="6350000" w="6352540">
                  <a:moveTo>
                    <a:pt x="0" y="0"/>
                  </a:moveTo>
                  <a:lnTo>
                    <a:pt x="0" y="533400"/>
                  </a:lnTo>
                  <a:lnTo>
                    <a:pt x="0" y="635000"/>
                  </a:lnTo>
                  <a:lnTo>
                    <a:pt x="0" y="6350000"/>
                  </a:lnTo>
                  <a:lnTo>
                    <a:pt x="6352540" y="6350000"/>
                  </a:lnTo>
                  <a:lnTo>
                    <a:pt x="6352540" y="635000"/>
                  </a:lnTo>
                  <a:lnTo>
                    <a:pt x="6352540" y="533400"/>
                  </a:lnTo>
                  <a:lnTo>
                    <a:pt x="6352540" y="0"/>
                  </a:lnTo>
                  <a:lnTo>
                    <a:pt x="0" y="0"/>
                  </a:lnTo>
                  <a:close/>
                  <a:moveTo>
                    <a:pt x="101600" y="101600"/>
                  </a:moveTo>
                  <a:lnTo>
                    <a:pt x="533400" y="101600"/>
                  </a:lnTo>
                  <a:lnTo>
                    <a:pt x="533400" y="533400"/>
                  </a:lnTo>
                  <a:lnTo>
                    <a:pt x="101600" y="533400"/>
                  </a:lnTo>
                  <a:lnTo>
                    <a:pt x="101600" y="101600"/>
                  </a:lnTo>
                  <a:close/>
                  <a:moveTo>
                    <a:pt x="6249670" y="6248400"/>
                  </a:moveTo>
                  <a:lnTo>
                    <a:pt x="101600" y="6248400"/>
                  </a:lnTo>
                  <a:lnTo>
                    <a:pt x="101600" y="635000"/>
                  </a:lnTo>
                  <a:lnTo>
                    <a:pt x="635000" y="635000"/>
                  </a:lnTo>
                  <a:lnTo>
                    <a:pt x="6249670" y="635000"/>
                  </a:lnTo>
                  <a:lnTo>
                    <a:pt x="6249670" y="6248400"/>
                  </a:lnTo>
                  <a:lnTo>
                    <a:pt x="6249670" y="6248400"/>
                  </a:lnTo>
                  <a:lnTo>
                    <a:pt x="6249670" y="6248400"/>
                  </a:lnTo>
                  <a:close/>
                  <a:moveTo>
                    <a:pt x="6250940" y="533400"/>
                  </a:moveTo>
                  <a:lnTo>
                    <a:pt x="636270" y="533400"/>
                  </a:lnTo>
                  <a:lnTo>
                    <a:pt x="636270" y="101600"/>
                  </a:lnTo>
                  <a:lnTo>
                    <a:pt x="6250940" y="101600"/>
                  </a:lnTo>
                  <a:lnTo>
                    <a:pt x="6250940" y="533400"/>
                  </a:lnTo>
                  <a:close/>
                  <a:moveTo>
                    <a:pt x="373380" y="317500"/>
                  </a:moveTo>
                  <a:lnTo>
                    <a:pt x="472440" y="416560"/>
                  </a:lnTo>
                  <a:lnTo>
                    <a:pt x="417830" y="471170"/>
                  </a:lnTo>
                  <a:lnTo>
                    <a:pt x="317500" y="372110"/>
                  </a:lnTo>
                  <a:lnTo>
                    <a:pt x="218440" y="471170"/>
                  </a:lnTo>
                  <a:lnTo>
                    <a:pt x="163830" y="416560"/>
                  </a:lnTo>
                  <a:lnTo>
                    <a:pt x="262890" y="317500"/>
                  </a:lnTo>
                  <a:lnTo>
                    <a:pt x="163830" y="218440"/>
                  </a:lnTo>
                  <a:lnTo>
                    <a:pt x="218440" y="163830"/>
                  </a:lnTo>
                  <a:lnTo>
                    <a:pt x="317500" y="262890"/>
                  </a:lnTo>
                  <a:lnTo>
                    <a:pt x="416560" y="163830"/>
                  </a:lnTo>
                  <a:lnTo>
                    <a:pt x="472440" y="218440"/>
                  </a:lnTo>
                  <a:lnTo>
                    <a:pt x="373380" y="317500"/>
                  </a:lnTo>
                  <a:close/>
                </a:path>
              </a:pathLst>
            </a:custGeom>
            <a:solidFill>
              <a:srgbClr val="2938FA"/>
            </a:solidFill>
            <a:ln>
              <a:noFill/>
            </a:ln>
          </p:spPr>
        </p:sp>
      </p:grpSp>
      <p:pic>
        <p:nvPicPr>
          <p:cNvPr id="254" name="Google Shape;254;p4"/>
          <p:cNvPicPr preferRelativeResize="0"/>
          <p:nvPr/>
        </p:nvPicPr>
        <p:blipFill rotWithShape="1">
          <a:blip r:embed="rId5">
            <a:alphaModFix/>
          </a:blip>
          <a:srcRect b="5892" l="3450" r="4051" t="14476"/>
          <a:stretch/>
        </p:blipFill>
        <p:spPr>
          <a:xfrm>
            <a:off x="13417375" y="3643900"/>
            <a:ext cx="4383550" cy="582555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4"/>
          <p:cNvSpPr txBox="1"/>
          <p:nvPr/>
        </p:nvSpPr>
        <p:spPr>
          <a:xfrm>
            <a:off x="-5663633" y="9728012"/>
            <a:ext cx="134694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00">
                <a:solidFill>
                  <a:srgbClr val="2938FA"/>
                </a:solidFill>
              </a:rPr>
              <a:t>JavaFX GUI Components (2) • Part 1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2938FA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f26aa2a313_1_33"/>
          <p:cNvSpPr/>
          <p:nvPr/>
        </p:nvSpPr>
        <p:spPr>
          <a:xfrm>
            <a:off x="0" y="0"/>
            <a:ext cx="11168078" cy="10295750"/>
          </a:xfrm>
          <a:custGeom>
            <a:rect b="b" l="l" r="r" t="t"/>
            <a:pathLst>
              <a:path extrusionOk="0" h="7447197" w="8078176">
                <a:moveTo>
                  <a:pt x="0" y="0"/>
                </a:moveTo>
                <a:lnTo>
                  <a:pt x="0" y="7447197"/>
                </a:lnTo>
                <a:lnTo>
                  <a:pt x="8078176" y="7447197"/>
                </a:lnTo>
                <a:lnTo>
                  <a:pt x="8078176" y="0"/>
                </a:lnTo>
                <a:lnTo>
                  <a:pt x="0" y="0"/>
                </a:lnTo>
                <a:close/>
                <a:moveTo>
                  <a:pt x="8017215" y="7386237"/>
                </a:moveTo>
                <a:lnTo>
                  <a:pt x="59690" y="7386237"/>
                </a:lnTo>
                <a:lnTo>
                  <a:pt x="59690" y="59690"/>
                </a:lnTo>
                <a:lnTo>
                  <a:pt x="8017215" y="59690"/>
                </a:lnTo>
                <a:lnTo>
                  <a:pt x="8017215" y="7386237"/>
                </a:lnTo>
                <a:close/>
              </a:path>
            </a:pathLst>
          </a:custGeom>
          <a:solidFill>
            <a:srgbClr val="2938FA"/>
          </a:solidFill>
          <a:ln>
            <a:noFill/>
          </a:ln>
        </p:spPr>
      </p:sp>
      <p:sp>
        <p:nvSpPr>
          <p:cNvPr id="261" name="Google Shape;261;gf26aa2a313_1_33"/>
          <p:cNvSpPr/>
          <p:nvPr/>
        </p:nvSpPr>
        <p:spPr>
          <a:xfrm>
            <a:off x="11158587" y="-565979"/>
            <a:ext cx="7129500" cy="11606700"/>
          </a:xfrm>
          <a:prstGeom prst="rect">
            <a:avLst/>
          </a:prstGeom>
          <a:solidFill>
            <a:srgbClr val="F8EA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2" name="Google Shape;262;gf26aa2a313_1_33"/>
          <p:cNvGrpSpPr/>
          <p:nvPr/>
        </p:nvGrpSpPr>
        <p:grpSpPr>
          <a:xfrm>
            <a:off x="11426425" y="648188"/>
            <a:ext cx="6593720" cy="9178249"/>
            <a:chOff x="0" y="0"/>
            <a:chExt cx="4434840" cy="6338570"/>
          </a:xfrm>
        </p:grpSpPr>
        <p:sp>
          <p:nvSpPr>
            <p:cNvPr id="263" name="Google Shape;263;gf26aa2a313_1_33"/>
            <p:cNvSpPr/>
            <p:nvPr/>
          </p:nvSpPr>
          <p:spPr>
            <a:xfrm>
              <a:off x="50800" y="50800"/>
              <a:ext cx="4333240" cy="6239510"/>
            </a:xfrm>
            <a:custGeom>
              <a:rect b="b" l="l" r="r" t="t"/>
              <a:pathLst>
                <a:path extrusionOk="0" h="6239510" w="4333240">
                  <a:moveTo>
                    <a:pt x="4333240" y="335280"/>
                  </a:moveTo>
                  <a:lnTo>
                    <a:pt x="0" y="335280"/>
                  </a:lnTo>
                  <a:lnTo>
                    <a:pt x="0" y="0"/>
                  </a:lnTo>
                  <a:lnTo>
                    <a:pt x="4333240" y="0"/>
                  </a:lnTo>
                  <a:lnTo>
                    <a:pt x="4333240" y="335280"/>
                  </a:lnTo>
                  <a:close/>
                  <a:moveTo>
                    <a:pt x="4333240" y="5970270"/>
                  </a:moveTo>
                  <a:lnTo>
                    <a:pt x="4064000" y="5970270"/>
                  </a:lnTo>
                  <a:lnTo>
                    <a:pt x="4064000" y="6239510"/>
                  </a:lnTo>
                  <a:lnTo>
                    <a:pt x="4333240" y="6239510"/>
                  </a:lnTo>
                  <a:lnTo>
                    <a:pt x="4333240" y="5970270"/>
                  </a:lnTo>
                  <a:close/>
                </a:path>
              </a:pathLst>
            </a:custGeom>
            <a:solidFill>
              <a:srgbClr val="F1A5D6"/>
            </a:solidFill>
            <a:ln>
              <a:noFill/>
            </a:ln>
          </p:spPr>
        </p:sp>
        <p:sp>
          <p:nvSpPr>
            <p:cNvPr id="264" name="Google Shape;264;gf26aa2a313_1_33"/>
            <p:cNvSpPr/>
            <p:nvPr/>
          </p:nvSpPr>
          <p:spPr>
            <a:xfrm>
              <a:off x="196850" y="165100"/>
              <a:ext cx="811530" cy="119380"/>
            </a:xfrm>
            <a:custGeom>
              <a:rect b="b" l="l" r="r" t="t"/>
              <a:pathLst>
                <a:path extrusionOk="0" h="119380" w="811530">
                  <a:moveTo>
                    <a:pt x="119380" y="59690"/>
                  </a:moveTo>
                  <a:cubicBezTo>
                    <a:pt x="119380" y="92710"/>
                    <a:pt x="92710" y="119380"/>
                    <a:pt x="59690" y="119380"/>
                  </a:cubicBezTo>
                  <a:cubicBezTo>
                    <a:pt x="26670" y="119380"/>
                    <a:pt x="0" y="92710"/>
                    <a:pt x="0" y="59690"/>
                  </a:cubicBezTo>
                  <a:cubicBezTo>
                    <a:pt x="0" y="26670"/>
                    <a:pt x="26670" y="0"/>
                    <a:pt x="59690" y="0"/>
                  </a:cubicBezTo>
                  <a:cubicBezTo>
                    <a:pt x="92710" y="0"/>
                    <a:pt x="119380" y="26670"/>
                    <a:pt x="119380" y="59690"/>
                  </a:cubicBezTo>
                  <a:close/>
                  <a:moveTo>
                    <a:pt x="406400" y="0"/>
                  </a:moveTo>
                  <a:cubicBezTo>
                    <a:pt x="373380" y="0"/>
                    <a:pt x="346710" y="26670"/>
                    <a:pt x="346710" y="59690"/>
                  </a:cubicBezTo>
                  <a:cubicBezTo>
                    <a:pt x="346710" y="92710"/>
                    <a:pt x="373380" y="119380"/>
                    <a:pt x="406400" y="119380"/>
                  </a:cubicBezTo>
                  <a:cubicBezTo>
                    <a:pt x="439420" y="119380"/>
                    <a:pt x="466090" y="92710"/>
                    <a:pt x="466090" y="59690"/>
                  </a:cubicBezTo>
                  <a:cubicBezTo>
                    <a:pt x="466090" y="26670"/>
                    <a:pt x="439420" y="0"/>
                    <a:pt x="406400" y="0"/>
                  </a:cubicBezTo>
                  <a:close/>
                  <a:moveTo>
                    <a:pt x="751840" y="0"/>
                  </a:moveTo>
                  <a:cubicBezTo>
                    <a:pt x="718820" y="0"/>
                    <a:pt x="692150" y="26670"/>
                    <a:pt x="692150" y="59690"/>
                  </a:cubicBezTo>
                  <a:cubicBezTo>
                    <a:pt x="692150" y="92710"/>
                    <a:pt x="718820" y="119380"/>
                    <a:pt x="751840" y="119380"/>
                  </a:cubicBezTo>
                  <a:cubicBezTo>
                    <a:pt x="784860" y="119380"/>
                    <a:pt x="811530" y="92710"/>
                    <a:pt x="811530" y="59690"/>
                  </a:cubicBezTo>
                  <a:cubicBezTo>
                    <a:pt x="811530" y="26670"/>
                    <a:pt x="784860" y="0"/>
                    <a:pt x="7518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gf26aa2a313_1_33"/>
            <p:cNvSpPr/>
            <p:nvPr/>
          </p:nvSpPr>
          <p:spPr>
            <a:xfrm>
              <a:off x="4114800" y="438150"/>
              <a:ext cx="269240" cy="5532120"/>
            </a:xfrm>
            <a:custGeom>
              <a:rect b="b" l="l" r="r" t="t"/>
              <a:pathLst>
                <a:path extrusionOk="0" h="5532120" w="269240">
                  <a:moveTo>
                    <a:pt x="269240" y="5532120"/>
                  </a:moveTo>
                  <a:lnTo>
                    <a:pt x="0" y="5532120"/>
                  </a:lnTo>
                  <a:lnTo>
                    <a:pt x="0" y="0"/>
                  </a:lnTo>
                  <a:lnTo>
                    <a:pt x="269240" y="0"/>
                  </a:lnTo>
                  <a:lnTo>
                    <a:pt x="269240" y="55321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66" name="Google Shape;266;gf26aa2a313_1_33"/>
            <p:cNvSpPr/>
            <p:nvPr/>
          </p:nvSpPr>
          <p:spPr>
            <a:xfrm>
              <a:off x="0" y="0"/>
              <a:ext cx="4434840" cy="6338570"/>
            </a:xfrm>
            <a:custGeom>
              <a:rect b="b" l="l" r="r" t="t"/>
              <a:pathLst>
                <a:path extrusionOk="0" h="6338570" w="4434840">
                  <a:moveTo>
                    <a:pt x="4147820" y="5826760"/>
                  </a:moveTo>
                  <a:lnTo>
                    <a:pt x="4182110" y="5788660"/>
                  </a:lnTo>
                  <a:lnTo>
                    <a:pt x="4250690" y="5849620"/>
                  </a:lnTo>
                  <a:lnTo>
                    <a:pt x="4319270" y="5788660"/>
                  </a:lnTo>
                  <a:lnTo>
                    <a:pt x="4353560" y="5826760"/>
                  </a:lnTo>
                  <a:lnTo>
                    <a:pt x="4251960" y="5919470"/>
                  </a:lnTo>
                  <a:lnTo>
                    <a:pt x="4147820" y="5826760"/>
                  </a:lnTo>
                  <a:close/>
                  <a:moveTo>
                    <a:pt x="4182110" y="5567680"/>
                  </a:moveTo>
                  <a:lnTo>
                    <a:pt x="4250690" y="5506720"/>
                  </a:lnTo>
                  <a:lnTo>
                    <a:pt x="4319270" y="5567680"/>
                  </a:lnTo>
                  <a:lnTo>
                    <a:pt x="4353560" y="5529580"/>
                  </a:lnTo>
                  <a:lnTo>
                    <a:pt x="4251960" y="5436870"/>
                  </a:lnTo>
                  <a:lnTo>
                    <a:pt x="4150360" y="5529580"/>
                  </a:lnTo>
                  <a:lnTo>
                    <a:pt x="4182110" y="5567680"/>
                  </a:lnTo>
                  <a:close/>
                  <a:moveTo>
                    <a:pt x="4434840" y="0"/>
                  </a:moveTo>
                  <a:lnTo>
                    <a:pt x="4434840" y="387350"/>
                  </a:lnTo>
                  <a:lnTo>
                    <a:pt x="4434840" y="438150"/>
                  </a:lnTo>
                  <a:lnTo>
                    <a:pt x="4434840" y="5351780"/>
                  </a:lnTo>
                  <a:lnTo>
                    <a:pt x="4434840" y="5403850"/>
                  </a:lnTo>
                  <a:lnTo>
                    <a:pt x="4434840" y="5660390"/>
                  </a:lnTo>
                  <a:lnTo>
                    <a:pt x="4434840" y="5721350"/>
                  </a:lnTo>
                  <a:lnTo>
                    <a:pt x="4434840" y="5969000"/>
                  </a:lnTo>
                  <a:lnTo>
                    <a:pt x="4434840" y="6029960"/>
                  </a:lnTo>
                  <a:lnTo>
                    <a:pt x="4434840" y="6338570"/>
                  </a:lnTo>
                  <a:lnTo>
                    <a:pt x="4064000" y="6338570"/>
                  </a:lnTo>
                  <a:lnTo>
                    <a:pt x="4064000" y="6338570"/>
                  </a:lnTo>
                  <a:lnTo>
                    <a:pt x="0" y="6338570"/>
                  </a:lnTo>
                  <a:lnTo>
                    <a:pt x="0" y="436880"/>
                  </a:lnTo>
                  <a:lnTo>
                    <a:pt x="0" y="436880"/>
                  </a:lnTo>
                  <a:lnTo>
                    <a:pt x="0" y="0"/>
                  </a:lnTo>
                  <a:lnTo>
                    <a:pt x="4434840" y="0"/>
                  </a:lnTo>
                  <a:close/>
                  <a:moveTo>
                    <a:pt x="50800" y="386080"/>
                  </a:moveTo>
                  <a:lnTo>
                    <a:pt x="4384040" y="386080"/>
                  </a:lnTo>
                  <a:lnTo>
                    <a:pt x="4384040" y="50800"/>
                  </a:lnTo>
                  <a:lnTo>
                    <a:pt x="50800" y="50800"/>
                  </a:lnTo>
                  <a:lnTo>
                    <a:pt x="50800" y="386080"/>
                  </a:lnTo>
                  <a:close/>
                  <a:moveTo>
                    <a:pt x="4064000" y="6031230"/>
                  </a:moveTo>
                  <a:lnTo>
                    <a:pt x="4064000" y="5970270"/>
                  </a:lnTo>
                  <a:lnTo>
                    <a:pt x="4064000" y="5722620"/>
                  </a:lnTo>
                  <a:lnTo>
                    <a:pt x="4064000" y="5661660"/>
                  </a:lnTo>
                  <a:lnTo>
                    <a:pt x="4064000" y="5405120"/>
                  </a:lnTo>
                  <a:lnTo>
                    <a:pt x="4064000" y="5353050"/>
                  </a:lnTo>
                  <a:lnTo>
                    <a:pt x="4064000" y="436880"/>
                  </a:lnTo>
                  <a:lnTo>
                    <a:pt x="50800" y="436880"/>
                  </a:lnTo>
                  <a:lnTo>
                    <a:pt x="50800" y="6289040"/>
                  </a:lnTo>
                  <a:lnTo>
                    <a:pt x="4064000" y="6289040"/>
                  </a:lnTo>
                  <a:lnTo>
                    <a:pt x="4064000" y="6031230"/>
                  </a:lnTo>
                  <a:close/>
                  <a:moveTo>
                    <a:pt x="4384040" y="5403850"/>
                  </a:moveTo>
                  <a:lnTo>
                    <a:pt x="4114800" y="5403850"/>
                  </a:lnTo>
                  <a:lnTo>
                    <a:pt x="4114800" y="5660390"/>
                  </a:lnTo>
                  <a:lnTo>
                    <a:pt x="4384040" y="5660390"/>
                  </a:lnTo>
                  <a:lnTo>
                    <a:pt x="4384040" y="5403850"/>
                  </a:lnTo>
                  <a:close/>
                  <a:moveTo>
                    <a:pt x="4114800" y="5721350"/>
                  </a:moveTo>
                  <a:lnTo>
                    <a:pt x="4114800" y="5969000"/>
                  </a:lnTo>
                  <a:lnTo>
                    <a:pt x="4384040" y="5969000"/>
                  </a:lnTo>
                  <a:lnTo>
                    <a:pt x="4384040" y="5721350"/>
                  </a:lnTo>
                  <a:lnTo>
                    <a:pt x="4114800" y="5721350"/>
                  </a:lnTo>
                  <a:close/>
                  <a:moveTo>
                    <a:pt x="4384040" y="6031230"/>
                  </a:moveTo>
                  <a:lnTo>
                    <a:pt x="4114800" y="6031230"/>
                  </a:lnTo>
                  <a:lnTo>
                    <a:pt x="4114800" y="6289040"/>
                  </a:lnTo>
                  <a:lnTo>
                    <a:pt x="4384040" y="6289040"/>
                  </a:lnTo>
                  <a:lnTo>
                    <a:pt x="4384040" y="6031230"/>
                  </a:lnTo>
                  <a:close/>
                  <a:moveTo>
                    <a:pt x="4384040" y="5351780"/>
                  </a:moveTo>
                  <a:lnTo>
                    <a:pt x="4384040" y="438150"/>
                  </a:lnTo>
                  <a:lnTo>
                    <a:pt x="4114800" y="438150"/>
                  </a:lnTo>
                  <a:lnTo>
                    <a:pt x="4114800" y="5351780"/>
                  </a:lnTo>
                  <a:lnTo>
                    <a:pt x="4384040" y="5351780"/>
                  </a:lnTo>
                  <a:close/>
                  <a:moveTo>
                    <a:pt x="367030" y="224790"/>
                  </a:moveTo>
                  <a:cubicBezTo>
                    <a:pt x="367030" y="285750"/>
                    <a:pt x="317500" y="335280"/>
                    <a:pt x="256540" y="335280"/>
                  </a:cubicBezTo>
                  <a:cubicBezTo>
                    <a:pt x="195580" y="335280"/>
                    <a:pt x="146050" y="285750"/>
                    <a:pt x="146050" y="224790"/>
                  </a:cubicBezTo>
                  <a:cubicBezTo>
                    <a:pt x="146050" y="163830"/>
                    <a:pt x="195580" y="114300"/>
                    <a:pt x="256540" y="114300"/>
                  </a:cubicBezTo>
                  <a:cubicBezTo>
                    <a:pt x="317500" y="114300"/>
                    <a:pt x="367030" y="163830"/>
                    <a:pt x="367030" y="224790"/>
                  </a:cubicBezTo>
                  <a:close/>
                  <a:moveTo>
                    <a:pt x="316230" y="224790"/>
                  </a:moveTo>
                  <a:cubicBezTo>
                    <a:pt x="316230" y="191770"/>
                    <a:pt x="289560" y="165100"/>
                    <a:pt x="256540" y="165100"/>
                  </a:cubicBezTo>
                  <a:cubicBezTo>
                    <a:pt x="223520" y="165100"/>
                    <a:pt x="196850" y="191770"/>
                    <a:pt x="196850" y="224790"/>
                  </a:cubicBezTo>
                  <a:cubicBezTo>
                    <a:pt x="196850" y="257810"/>
                    <a:pt x="223520" y="284480"/>
                    <a:pt x="256540" y="284480"/>
                  </a:cubicBezTo>
                  <a:cubicBezTo>
                    <a:pt x="289560" y="285750"/>
                    <a:pt x="316230" y="257810"/>
                    <a:pt x="316230" y="224790"/>
                  </a:cubicBezTo>
                  <a:close/>
                  <a:moveTo>
                    <a:pt x="713740" y="224790"/>
                  </a:moveTo>
                  <a:cubicBezTo>
                    <a:pt x="713740" y="285750"/>
                    <a:pt x="664210" y="335280"/>
                    <a:pt x="603250" y="335280"/>
                  </a:cubicBezTo>
                  <a:cubicBezTo>
                    <a:pt x="542290" y="335280"/>
                    <a:pt x="492760" y="285750"/>
                    <a:pt x="492760" y="224790"/>
                  </a:cubicBezTo>
                  <a:cubicBezTo>
                    <a:pt x="492760" y="163830"/>
                    <a:pt x="541020" y="114300"/>
                    <a:pt x="603250" y="114300"/>
                  </a:cubicBezTo>
                  <a:cubicBezTo>
                    <a:pt x="664210" y="114300"/>
                    <a:pt x="713740" y="163830"/>
                    <a:pt x="713740" y="224790"/>
                  </a:cubicBezTo>
                  <a:close/>
                  <a:moveTo>
                    <a:pt x="662940" y="224790"/>
                  </a:moveTo>
                  <a:cubicBezTo>
                    <a:pt x="662940" y="191770"/>
                    <a:pt x="636270" y="165100"/>
                    <a:pt x="603250" y="165100"/>
                  </a:cubicBezTo>
                  <a:cubicBezTo>
                    <a:pt x="570230" y="165100"/>
                    <a:pt x="543560" y="191770"/>
                    <a:pt x="543560" y="224790"/>
                  </a:cubicBezTo>
                  <a:cubicBezTo>
                    <a:pt x="543560" y="257810"/>
                    <a:pt x="570230" y="284480"/>
                    <a:pt x="603250" y="284480"/>
                  </a:cubicBezTo>
                  <a:cubicBezTo>
                    <a:pt x="636270" y="285750"/>
                    <a:pt x="662940" y="257810"/>
                    <a:pt x="662940" y="224790"/>
                  </a:cubicBezTo>
                  <a:close/>
                  <a:moveTo>
                    <a:pt x="1060450" y="224790"/>
                  </a:moveTo>
                  <a:cubicBezTo>
                    <a:pt x="1060450" y="285750"/>
                    <a:pt x="1010920" y="335280"/>
                    <a:pt x="949960" y="335280"/>
                  </a:cubicBezTo>
                  <a:cubicBezTo>
                    <a:pt x="889000" y="335280"/>
                    <a:pt x="839470" y="285750"/>
                    <a:pt x="839470" y="224790"/>
                  </a:cubicBezTo>
                  <a:cubicBezTo>
                    <a:pt x="839470" y="163830"/>
                    <a:pt x="887730" y="114300"/>
                    <a:pt x="948690" y="114300"/>
                  </a:cubicBezTo>
                  <a:cubicBezTo>
                    <a:pt x="1009650" y="114300"/>
                    <a:pt x="1060450" y="163830"/>
                    <a:pt x="1060450" y="224790"/>
                  </a:cubicBezTo>
                  <a:close/>
                  <a:moveTo>
                    <a:pt x="1009650" y="224790"/>
                  </a:moveTo>
                  <a:cubicBezTo>
                    <a:pt x="1009650" y="191770"/>
                    <a:pt x="982980" y="165100"/>
                    <a:pt x="949960" y="165100"/>
                  </a:cubicBezTo>
                  <a:cubicBezTo>
                    <a:pt x="916940" y="165100"/>
                    <a:pt x="890270" y="191770"/>
                    <a:pt x="890270" y="224790"/>
                  </a:cubicBezTo>
                  <a:cubicBezTo>
                    <a:pt x="890270" y="257810"/>
                    <a:pt x="916940" y="284480"/>
                    <a:pt x="949960" y="284480"/>
                  </a:cubicBezTo>
                  <a:cubicBezTo>
                    <a:pt x="981710" y="285750"/>
                    <a:pt x="1009650" y="257810"/>
                    <a:pt x="1009650" y="224790"/>
                  </a:cubicBezTo>
                  <a:close/>
                  <a:moveTo>
                    <a:pt x="1207770" y="304800"/>
                  </a:moveTo>
                  <a:lnTo>
                    <a:pt x="4263390" y="304800"/>
                  </a:lnTo>
                  <a:lnTo>
                    <a:pt x="4263390" y="254000"/>
                  </a:lnTo>
                  <a:lnTo>
                    <a:pt x="1207770" y="254000"/>
                  </a:lnTo>
                  <a:lnTo>
                    <a:pt x="1207770" y="304800"/>
                  </a:lnTo>
                  <a:close/>
                  <a:moveTo>
                    <a:pt x="1207770" y="177800"/>
                  </a:moveTo>
                  <a:lnTo>
                    <a:pt x="4263390" y="177800"/>
                  </a:lnTo>
                  <a:lnTo>
                    <a:pt x="4263390" y="127000"/>
                  </a:lnTo>
                  <a:lnTo>
                    <a:pt x="1207770" y="127000"/>
                  </a:lnTo>
                  <a:lnTo>
                    <a:pt x="1207770" y="177800"/>
                  </a:lnTo>
                  <a:close/>
                </a:path>
              </a:pathLst>
            </a:custGeom>
            <a:solidFill>
              <a:srgbClr val="2938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7" name="Google Shape;267;gf26aa2a313_1_33"/>
          <p:cNvGrpSpPr/>
          <p:nvPr/>
        </p:nvGrpSpPr>
        <p:grpSpPr>
          <a:xfrm>
            <a:off x="1028700" y="1078706"/>
            <a:ext cx="9169875" cy="8499769"/>
            <a:chOff x="0" y="66675"/>
            <a:chExt cx="12226500" cy="11333025"/>
          </a:xfrm>
        </p:grpSpPr>
        <p:sp>
          <p:nvSpPr>
            <p:cNvPr id="268" name="Google Shape;268;gf26aa2a313_1_33"/>
            <p:cNvSpPr txBox="1"/>
            <p:nvPr/>
          </p:nvSpPr>
          <p:spPr>
            <a:xfrm>
              <a:off x="657250" y="66675"/>
              <a:ext cx="10820400" cy="185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50">
                  <a:solidFill>
                    <a:srgbClr val="2938F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Tree View</a:t>
              </a:r>
              <a:endParaRPr b="1" sz="905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9" name="Google Shape;269;gf26aa2a313_1_33"/>
            <p:cNvSpPr txBox="1"/>
            <p:nvPr/>
          </p:nvSpPr>
          <p:spPr>
            <a:xfrm>
              <a:off x="0" y="3200400"/>
              <a:ext cx="12226500" cy="819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438150" lvl="0" marL="457200" marR="0" rtl="0" algn="l">
                <a:lnSpc>
                  <a:spcPct val="139966"/>
                </a:lnSpc>
                <a:spcBef>
                  <a:spcPts val="0"/>
                </a:spcBef>
                <a:spcAft>
                  <a:spcPts val="0"/>
                </a:spcAft>
                <a:buClr>
                  <a:srgbClr val="2938FA"/>
                </a:buClr>
                <a:buSzPts val="3300"/>
                <a:buFont typeface="VT323"/>
                <a:buChar char="●"/>
              </a:pPr>
              <a:r>
                <a:rPr lang="en-US" sz="3300">
                  <a:solidFill>
                    <a:srgbClr val="2938FA"/>
                  </a:solidFill>
                  <a:latin typeface="VT323"/>
                  <a:ea typeface="VT323"/>
                  <a:cs typeface="VT323"/>
                  <a:sym typeface="VT323"/>
                </a:rPr>
                <a:t>A hierarchical view of data in a tree-like format.</a:t>
              </a:r>
              <a:endParaRPr b="0" i="0" sz="3300" u="none" cap="none" strike="noStrike">
                <a:solidFill>
                  <a:srgbClr val="2938FA"/>
                </a:solidFill>
                <a:latin typeface="VT323"/>
                <a:ea typeface="VT323"/>
                <a:cs typeface="VT323"/>
                <a:sym typeface="VT323"/>
              </a:endParaRPr>
            </a:p>
            <a:p>
              <a:pPr indent="0" lvl="0" marL="457200" marR="0" rtl="0" algn="l">
                <a:lnSpc>
                  <a:spcPct val="139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300">
                <a:solidFill>
                  <a:srgbClr val="2938FA"/>
                </a:solidFill>
                <a:latin typeface="VT323"/>
                <a:ea typeface="VT323"/>
                <a:cs typeface="VT323"/>
                <a:sym typeface="VT323"/>
              </a:endParaRPr>
            </a:p>
            <a:p>
              <a:pPr indent="-438150" lvl="0" marL="457200" marR="0" rtl="0" algn="l">
                <a:lnSpc>
                  <a:spcPct val="139966"/>
                </a:lnSpc>
                <a:spcBef>
                  <a:spcPts val="0"/>
                </a:spcBef>
                <a:spcAft>
                  <a:spcPts val="0"/>
                </a:spcAft>
                <a:buClr>
                  <a:srgbClr val="2938FA"/>
                </a:buClr>
                <a:buSzPts val="3300"/>
                <a:buFont typeface="VT323"/>
                <a:buChar char="●"/>
              </a:pPr>
              <a:r>
                <a:rPr lang="en-US" sz="3300">
                  <a:solidFill>
                    <a:srgbClr val="2938FA"/>
                  </a:solidFill>
                  <a:latin typeface="VT323"/>
                  <a:ea typeface="VT323"/>
                  <a:cs typeface="VT323"/>
                  <a:sym typeface="VT323"/>
                </a:rPr>
                <a:t>It consists of a main root, with nodes as children. Each node can also have children of its own. All of these are called Tree Items which can be expanded and collapsed</a:t>
              </a:r>
              <a:endParaRPr sz="3300">
                <a:solidFill>
                  <a:srgbClr val="2938FA"/>
                </a:solidFill>
                <a:latin typeface="VT323"/>
                <a:ea typeface="VT323"/>
                <a:cs typeface="VT323"/>
                <a:sym typeface="VT323"/>
              </a:endParaRPr>
            </a:p>
            <a:p>
              <a:pPr indent="0" lvl="0" marL="457200" marR="0" rtl="0" algn="l">
                <a:lnSpc>
                  <a:spcPct val="139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300">
                <a:solidFill>
                  <a:srgbClr val="2938FA"/>
                </a:solidFill>
                <a:latin typeface="VT323"/>
                <a:ea typeface="VT323"/>
                <a:cs typeface="VT323"/>
                <a:sym typeface="VT323"/>
              </a:endParaRPr>
            </a:p>
            <a:p>
              <a:pPr indent="-438150" lvl="0" marL="457200" marR="0" rtl="0" algn="l">
                <a:lnSpc>
                  <a:spcPct val="139966"/>
                </a:lnSpc>
                <a:spcBef>
                  <a:spcPts val="0"/>
                </a:spcBef>
                <a:spcAft>
                  <a:spcPts val="0"/>
                </a:spcAft>
                <a:buClr>
                  <a:srgbClr val="2938FA"/>
                </a:buClr>
                <a:buSzPts val="3300"/>
                <a:buFont typeface="VT323"/>
                <a:buChar char="●"/>
              </a:pPr>
              <a:r>
                <a:rPr lang="en-US" sz="3300">
                  <a:solidFill>
                    <a:srgbClr val="2938FA"/>
                  </a:solidFill>
                  <a:latin typeface="VT323"/>
                  <a:ea typeface="VT323"/>
                  <a:cs typeface="VT323"/>
                  <a:sym typeface="VT323"/>
                </a:rPr>
                <a:t>A leaf Tree Item has no children.</a:t>
              </a:r>
              <a:endParaRPr sz="3300">
                <a:solidFill>
                  <a:srgbClr val="2938FA"/>
                </a:solidFill>
                <a:latin typeface="VT323"/>
                <a:ea typeface="VT323"/>
                <a:cs typeface="VT323"/>
                <a:sym typeface="VT323"/>
              </a:endParaRPr>
            </a:p>
            <a:p>
              <a:pPr indent="0" lvl="0" marL="457200" marR="0" rtl="0" algn="l">
                <a:lnSpc>
                  <a:spcPct val="139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000">
                <a:solidFill>
                  <a:srgbClr val="2938FA"/>
                </a:solidFill>
                <a:latin typeface="VT323"/>
                <a:ea typeface="VT323"/>
                <a:cs typeface="VT323"/>
                <a:sym typeface="VT323"/>
              </a:endParaRPr>
            </a:p>
          </p:txBody>
        </p:sp>
      </p:grpSp>
      <p:pic>
        <p:nvPicPr>
          <p:cNvPr id="270" name="Google Shape;270;gf26aa2a313_1_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92500" y="1285000"/>
            <a:ext cx="5970175" cy="8462425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gf26aa2a313_1_33"/>
          <p:cNvSpPr txBox="1"/>
          <p:nvPr/>
        </p:nvSpPr>
        <p:spPr>
          <a:xfrm>
            <a:off x="-2539433" y="9728012"/>
            <a:ext cx="134694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00">
                <a:solidFill>
                  <a:srgbClr val="2938FA"/>
                </a:solidFill>
              </a:rPr>
              <a:t>JavaFX GUI Components (2) • Part 1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2938FA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7447197" w="13239462">
                <a:moveTo>
                  <a:pt x="0" y="0"/>
                </a:moveTo>
                <a:lnTo>
                  <a:pt x="0" y="7447197"/>
                </a:lnTo>
                <a:lnTo>
                  <a:pt x="13239462" y="7447197"/>
                </a:lnTo>
                <a:lnTo>
                  <a:pt x="13239462" y="0"/>
                </a:lnTo>
                <a:lnTo>
                  <a:pt x="0" y="0"/>
                </a:lnTo>
                <a:close/>
                <a:moveTo>
                  <a:pt x="13178501" y="7386237"/>
                </a:moveTo>
                <a:lnTo>
                  <a:pt x="59690" y="7386237"/>
                </a:lnTo>
                <a:lnTo>
                  <a:pt x="59690" y="59690"/>
                </a:lnTo>
                <a:lnTo>
                  <a:pt x="13178501" y="59690"/>
                </a:lnTo>
                <a:lnTo>
                  <a:pt x="13178501" y="7386237"/>
                </a:lnTo>
                <a:close/>
              </a:path>
            </a:pathLst>
          </a:custGeom>
          <a:solidFill>
            <a:srgbClr val="2938FA"/>
          </a:solidFill>
          <a:ln>
            <a:noFill/>
          </a:ln>
        </p:spPr>
      </p:sp>
      <p:sp>
        <p:nvSpPr>
          <p:cNvPr id="277" name="Google Shape;277;p8"/>
          <p:cNvSpPr/>
          <p:nvPr/>
        </p:nvSpPr>
        <p:spPr>
          <a:xfrm>
            <a:off x="0" y="489563"/>
            <a:ext cx="18288000" cy="9797437"/>
          </a:xfrm>
          <a:custGeom>
            <a:rect b="b" l="l" r="r" t="t"/>
            <a:pathLst>
              <a:path extrusionOk="0" h="7092782" w="13239462">
                <a:moveTo>
                  <a:pt x="0" y="0"/>
                </a:moveTo>
                <a:lnTo>
                  <a:pt x="0" y="7092782"/>
                </a:lnTo>
                <a:lnTo>
                  <a:pt x="13239462" y="7092782"/>
                </a:lnTo>
                <a:lnTo>
                  <a:pt x="13239462" y="0"/>
                </a:lnTo>
                <a:lnTo>
                  <a:pt x="0" y="0"/>
                </a:lnTo>
                <a:close/>
                <a:moveTo>
                  <a:pt x="13178501" y="7031822"/>
                </a:moveTo>
                <a:lnTo>
                  <a:pt x="59690" y="7031822"/>
                </a:lnTo>
                <a:lnTo>
                  <a:pt x="59690" y="59690"/>
                </a:lnTo>
                <a:lnTo>
                  <a:pt x="13178501" y="59690"/>
                </a:lnTo>
                <a:lnTo>
                  <a:pt x="13178501" y="7031822"/>
                </a:lnTo>
                <a:close/>
              </a:path>
            </a:pathLst>
          </a:custGeom>
          <a:solidFill>
            <a:srgbClr val="2938FA"/>
          </a:solidFill>
          <a:ln>
            <a:noFill/>
          </a:ln>
        </p:spPr>
      </p:sp>
      <p:sp>
        <p:nvSpPr>
          <p:cNvPr id="278" name="Google Shape;278;p8"/>
          <p:cNvSpPr/>
          <p:nvPr/>
        </p:nvSpPr>
        <p:spPr>
          <a:xfrm>
            <a:off x="0" y="489563"/>
            <a:ext cx="9144000" cy="9797437"/>
          </a:xfrm>
          <a:custGeom>
            <a:rect b="b" l="l" r="r" t="t"/>
            <a:pathLst>
              <a:path extrusionOk="0" h="7092782" w="6619731">
                <a:moveTo>
                  <a:pt x="0" y="0"/>
                </a:moveTo>
                <a:lnTo>
                  <a:pt x="0" y="7092782"/>
                </a:lnTo>
                <a:lnTo>
                  <a:pt x="6619731" y="7092782"/>
                </a:lnTo>
                <a:lnTo>
                  <a:pt x="6619731" y="0"/>
                </a:lnTo>
                <a:lnTo>
                  <a:pt x="0" y="0"/>
                </a:lnTo>
                <a:close/>
                <a:moveTo>
                  <a:pt x="6558771" y="7031822"/>
                </a:moveTo>
                <a:lnTo>
                  <a:pt x="59690" y="7031822"/>
                </a:lnTo>
                <a:lnTo>
                  <a:pt x="59690" y="59690"/>
                </a:lnTo>
                <a:lnTo>
                  <a:pt x="6558771" y="59690"/>
                </a:lnTo>
                <a:lnTo>
                  <a:pt x="6558771" y="7031822"/>
                </a:lnTo>
                <a:close/>
              </a:path>
            </a:pathLst>
          </a:custGeom>
          <a:solidFill>
            <a:srgbClr val="2938FA"/>
          </a:solidFill>
          <a:ln>
            <a:noFill/>
          </a:ln>
        </p:spPr>
      </p:sp>
      <p:grpSp>
        <p:nvGrpSpPr>
          <p:cNvPr id="279" name="Google Shape;279;p8"/>
          <p:cNvGrpSpPr/>
          <p:nvPr/>
        </p:nvGrpSpPr>
        <p:grpSpPr>
          <a:xfrm>
            <a:off x="1028700" y="4269034"/>
            <a:ext cx="6930259" cy="2094901"/>
            <a:chOff x="0" y="66675"/>
            <a:chExt cx="9240345" cy="2793200"/>
          </a:xfrm>
        </p:grpSpPr>
        <p:sp>
          <p:nvSpPr>
            <p:cNvPr id="280" name="Google Shape;280;p8"/>
            <p:cNvSpPr txBox="1"/>
            <p:nvPr/>
          </p:nvSpPr>
          <p:spPr>
            <a:xfrm>
              <a:off x="0" y="2136186"/>
              <a:ext cx="9240345" cy="723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4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p8"/>
            <p:cNvSpPr txBox="1"/>
            <p:nvPr/>
          </p:nvSpPr>
          <p:spPr>
            <a:xfrm>
              <a:off x="0" y="66675"/>
              <a:ext cx="9240300" cy="186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0001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b="1" lang="en-US" sz="9099">
                  <a:solidFill>
                    <a:srgbClr val="2938F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Demo</a:t>
              </a:r>
              <a:endParaRPr/>
            </a:p>
          </p:txBody>
        </p:sp>
      </p:grpSp>
      <p:sp>
        <p:nvSpPr>
          <p:cNvPr id="282" name="Google Shape;282;p8"/>
          <p:cNvSpPr txBox="1"/>
          <p:nvPr/>
        </p:nvSpPr>
        <p:spPr>
          <a:xfrm>
            <a:off x="10696270" y="2596059"/>
            <a:ext cx="62202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99" u="none" cap="none" strike="noStrike">
                <a:solidFill>
                  <a:srgbClr val="2938FA"/>
                </a:solidFill>
                <a:latin typeface="VT323"/>
                <a:ea typeface="VT323"/>
                <a:cs typeface="VT323"/>
                <a:sym typeface="VT323"/>
              </a:rPr>
              <a:t>LIST VIEW</a:t>
            </a:r>
            <a:endParaRPr/>
          </a:p>
        </p:txBody>
      </p:sp>
      <p:sp>
        <p:nvSpPr>
          <p:cNvPr id="283" name="Google Shape;283;p8"/>
          <p:cNvSpPr/>
          <p:nvPr/>
        </p:nvSpPr>
        <p:spPr>
          <a:xfrm>
            <a:off x="8915401" y="2700145"/>
            <a:ext cx="381000" cy="342900"/>
          </a:xfrm>
          <a:prstGeom prst="rect">
            <a:avLst/>
          </a:prstGeom>
          <a:solidFill>
            <a:srgbClr val="F1A5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8"/>
          <p:cNvSpPr txBox="1"/>
          <p:nvPr/>
        </p:nvSpPr>
        <p:spPr>
          <a:xfrm>
            <a:off x="10696270" y="5232925"/>
            <a:ext cx="62202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99" u="none" cap="none" strike="noStrike">
                <a:solidFill>
                  <a:srgbClr val="2938FA"/>
                </a:solidFill>
                <a:latin typeface="VT323"/>
                <a:ea typeface="VT323"/>
                <a:cs typeface="VT323"/>
                <a:sym typeface="VT323"/>
              </a:rPr>
              <a:t>TABLE VIEW</a:t>
            </a:r>
            <a:endParaRPr/>
          </a:p>
        </p:txBody>
      </p:sp>
      <p:sp>
        <p:nvSpPr>
          <p:cNvPr id="285" name="Google Shape;285;p8"/>
          <p:cNvSpPr/>
          <p:nvPr/>
        </p:nvSpPr>
        <p:spPr>
          <a:xfrm>
            <a:off x="8915401" y="5288636"/>
            <a:ext cx="381000" cy="342900"/>
          </a:xfrm>
          <a:prstGeom prst="rect">
            <a:avLst/>
          </a:prstGeom>
          <a:solidFill>
            <a:srgbClr val="F1A5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8"/>
          <p:cNvSpPr txBox="1"/>
          <p:nvPr/>
        </p:nvSpPr>
        <p:spPr>
          <a:xfrm>
            <a:off x="10696283" y="7658832"/>
            <a:ext cx="62202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99" u="none" cap="none" strike="noStrike">
                <a:solidFill>
                  <a:srgbClr val="2938FA"/>
                </a:solidFill>
                <a:latin typeface="VT323"/>
                <a:ea typeface="VT323"/>
                <a:cs typeface="VT323"/>
                <a:sym typeface="VT323"/>
              </a:rPr>
              <a:t>TREE VIEW</a:t>
            </a:r>
            <a:endParaRPr/>
          </a:p>
        </p:txBody>
      </p:sp>
      <p:sp>
        <p:nvSpPr>
          <p:cNvPr id="287" name="Google Shape;287;p8"/>
          <p:cNvSpPr/>
          <p:nvPr/>
        </p:nvSpPr>
        <p:spPr>
          <a:xfrm>
            <a:off x="8915401" y="7733518"/>
            <a:ext cx="381000" cy="342900"/>
          </a:xfrm>
          <a:prstGeom prst="rect">
            <a:avLst/>
          </a:prstGeom>
          <a:solidFill>
            <a:srgbClr val="F1A5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8"/>
          <p:cNvSpPr txBox="1"/>
          <p:nvPr/>
        </p:nvSpPr>
        <p:spPr>
          <a:xfrm>
            <a:off x="2961967" y="100668"/>
            <a:ext cx="14297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8"/>
          <p:cNvSpPr/>
          <p:nvPr/>
        </p:nvSpPr>
        <p:spPr>
          <a:xfrm>
            <a:off x="62535" y="76840"/>
            <a:ext cx="1684617" cy="412723"/>
          </a:xfrm>
          <a:prstGeom prst="rect">
            <a:avLst/>
          </a:prstGeom>
          <a:solidFill>
            <a:srgbClr val="F1A5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0" name="Google Shape;29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9790" y="-309317"/>
            <a:ext cx="1185037" cy="1185037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8"/>
          <p:cNvSpPr txBox="1"/>
          <p:nvPr/>
        </p:nvSpPr>
        <p:spPr>
          <a:xfrm>
            <a:off x="4643567" y="125286"/>
            <a:ext cx="134694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00">
                <a:solidFill>
                  <a:srgbClr val="2938FA"/>
                </a:solidFill>
              </a:rPr>
              <a:t>JavaFX GUI Components (2) • Part 1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2938FA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9"/>
          <p:cNvSpPr/>
          <p:nvPr/>
        </p:nvSpPr>
        <p:spPr>
          <a:xfrm>
            <a:off x="31275" y="489575"/>
            <a:ext cx="7567800" cy="9797400"/>
          </a:xfrm>
          <a:prstGeom prst="rect">
            <a:avLst/>
          </a:prstGeom>
          <a:solidFill>
            <a:srgbClr val="F8EA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50">
                <a:solidFill>
                  <a:srgbClr val="2938F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 Picker</a:t>
            </a:r>
            <a:endParaRPr b="1" sz="9050">
              <a:solidFill>
                <a:srgbClr val="2938F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50">
              <a:solidFill>
                <a:srgbClr val="2938F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50">
              <a:solidFill>
                <a:srgbClr val="2938F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50">
                <a:solidFill>
                  <a:srgbClr val="2938F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Color Chooser</a:t>
            </a:r>
            <a:endParaRPr b="1" sz="9050">
              <a:solidFill>
                <a:srgbClr val="2938F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7" name="Google Shape;297;p9"/>
          <p:cNvSpPr/>
          <p:nvPr/>
        </p:nvSpPr>
        <p:spPr>
          <a:xfrm>
            <a:off x="7599074" y="489575"/>
            <a:ext cx="10714513" cy="9805771"/>
          </a:xfrm>
          <a:custGeom>
            <a:rect b="b" l="l" r="r" t="t"/>
            <a:pathLst>
              <a:path extrusionOk="0" h="7092782" w="8453265">
                <a:moveTo>
                  <a:pt x="0" y="0"/>
                </a:moveTo>
                <a:lnTo>
                  <a:pt x="0" y="7092782"/>
                </a:lnTo>
                <a:lnTo>
                  <a:pt x="8453265" y="7092782"/>
                </a:lnTo>
                <a:lnTo>
                  <a:pt x="8453265" y="0"/>
                </a:lnTo>
                <a:lnTo>
                  <a:pt x="0" y="0"/>
                </a:lnTo>
                <a:close/>
                <a:moveTo>
                  <a:pt x="8392305" y="7031822"/>
                </a:moveTo>
                <a:lnTo>
                  <a:pt x="59690" y="7031822"/>
                </a:lnTo>
                <a:lnTo>
                  <a:pt x="59690" y="59690"/>
                </a:lnTo>
                <a:lnTo>
                  <a:pt x="8392305" y="59690"/>
                </a:lnTo>
                <a:lnTo>
                  <a:pt x="8392305" y="7031822"/>
                </a:lnTo>
                <a:close/>
              </a:path>
            </a:pathLst>
          </a:custGeom>
          <a:solidFill>
            <a:srgbClr val="2938FA"/>
          </a:solidFill>
          <a:ln>
            <a:noFill/>
          </a:ln>
        </p:spPr>
      </p:sp>
      <p:sp>
        <p:nvSpPr>
          <p:cNvPr id="298" name="Google Shape;298;p9"/>
          <p:cNvSpPr/>
          <p:nvPr/>
        </p:nvSpPr>
        <p:spPr>
          <a:xfrm>
            <a:off x="31267" y="76840"/>
            <a:ext cx="1684617" cy="412723"/>
          </a:xfrm>
          <a:prstGeom prst="rect">
            <a:avLst/>
          </a:prstGeom>
          <a:solidFill>
            <a:srgbClr val="F1A5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7447197" w="13239462">
                <a:moveTo>
                  <a:pt x="0" y="0"/>
                </a:moveTo>
                <a:lnTo>
                  <a:pt x="0" y="7447197"/>
                </a:lnTo>
                <a:lnTo>
                  <a:pt x="13239462" y="7447197"/>
                </a:lnTo>
                <a:lnTo>
                  <a:pt x="13239462" y="0"/>
                </a:lnTo>
                <a:lnTo>
                  <a:pt x="0" y="0"/>
                </a:lnTo>
                <a:close/>
                <a:moveTo>
                  <a:pt x="13178501" y="7386237"/>
                </a:moveTo>
                <a:lnTo>
                  <a:pt x="59690" y="7386237"/>
                </a:lnTo>
                <a:lnTo>
                  <a:pt x="59690" y="59690"/>
                </a:lnTo>
                <a:lnTo>
                  <a:pt x="13178501" y="59690"/>
                </a:lnTo>
                <a:lnTo>
                  <a:pt x="13178501" y="7386237"/>
                </a:lnTo>
                <a:close/>
              </a:path>
            </a:pathLst>
          </a:custGeom>
          <a:solidFill>
            <a:srgbClr val="2938FA"/>
          </a:solidFill>
          <a:ln>
            <a:noFill/>
          </a:ln>
        </p:spPr>
      </p:sp>
      <p:sp>
        <p:nvSpPr>
          <p:cNvPr id="300" name="Google Shape;300;p9"/>
          <p:cNvSpPr/>
          <p:nvPr/>
        </p:nvSpPr>
        <p:spPr>
          <a:xfrm>
            <a:off x="0" y="489563"/>
            <a:ext cx="18288000" cy="9797437"/>
          </a:xfrm>
          <a:custGeom>
            <a:rect b="b" l="l" r="r" t="t"/>
            <a:pathLst>
              <a:path extrusionOk="0" h="7092782" w="13239462">
                <a:moveTo>
                  <a:pt x="0" y="0"/>
                </a:moveTo>
                <a:lnTo>
                  <a:pt x="0" y="7092782"/>
                </a:lnTo>
                <a:lnTo>
                  <a:pt x="13239462" y="7092782"/>
                </a:lnTo>
                <a:lnTo>
                  <a:pt x="13239462" y="0"/>
                </a:lnTo>
                <a:lnTo>
                  <a:pt x="0" y="0"/>
                </a:lnTo>
                <a:close/>
                <a:moveTo>
                  <a:pt x="13178501" y="7031822"/>
                </a:moveTo>
                <a:lnTo>
                  <a:pt x="59690" y="7031822"/>
                </a:lnTo>
                <a:lnTo>
                  <a:pt x="59690" y="59690"/>
                </a:lnTo>
                <a:lnTo>
                  <a:pt x="13178501" y="59690"/>
                </a:lnTo>
                <a:lnTo>
                  <a:pt x="13178501" y="7031822"/>
                </a:lnTo>
                <a:close/>
              </a:path>
            </a:pathLst>
          </a:custGeom>
          <a:solidFill>
            <a:srgbClr val="2938FA"/>
          </a:solidFill>
          <a:ln>
            <a:noFill/>
          </a:ln>
        </p:spPr>
      </p:sp>
      <p:sp>
        <p:nvSpPr>
          <p:cNvPr id="301" name="Google Shape;301;p9"/>
          <p:cNvSpPr/>
          <p:nvPr/>
        </p:nvSpPr>
        <p:spPr>
          <a:xfrm>
            <a:off x="-62626" y="5311549"/>
            <a:ext cx="18288000" cy="105000"/>
          </a:xfrm>
          <a:prstGeom prst="rect">
            <a:avLst/>
          </a:prstGeom>
          <a:solidFill>
            <a:srgbClr val="293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2" name="Google Shape;30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9790" y="-309317"/>
            <a:ext cx="1185037" cy="1185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219111" y="5757504"/>
            <a:ext cx="3551214" cy="3508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9"/>
          <p:cNvPicPr preferRelativeResize="0"/>
          <p:nvPr/>
        </p:nvPicPr>
        <p:blipFill rotWithShape="1">
          <a:blip r:embed="rId5">
            <a:alphaModFix/>
          </a:blip>
          <a:srcRect b="0" l="0" r="0" t="7093"/>
          <a:stretch/>
        </p:blipFill>
        <p:spPr>
          <a:xfrm>
            <a:off x="14294288" y="1141577"/>
            <a:ext cx="3476037" cy="347987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5" name="Google Shape;305;p9"/>
          <p:cNvGrpSpPr/>
          <p:nvPr/>
        </p:nvGrpSpPr>
        <p:grpSpPr>
          <a:xfrm>
            <a:off x="9372917" y="2125126"/>
            <a:ext cx="3858525" cy="1207219"/>
            <a:chOff x="110333" y="308192"/>
            <a:chExt cx="5144700" cy="1609626"/>
          </a:xfrm>
        </p:grpSpPr>
        <p:sp>
          <p:nvSpPr>
            <p:cNvPr id="306" name="Google Shape;306;p9"/>
            <p:cNvSpPr txBox="1"/>
            <p:nvPr/>
          </p:nvSpPr>
          <p:spPr>
            <a:xfrm>
              <a:off x="110333" y="308192"/>
              <a:ext cx="51447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9"/>
            <p:cNvSpPr txBox="1"/>
            <p:nvPr/>
          </p:nvSpPr>
          <p:spPr>
            <a:xfrm>
              <a:off x="133600" y="1630417"/>
              <a:ext cx="50982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8" name="Google Shape;308;p9"/>
          <p:cNvSpPr txBox="1"/>
          <p:nvPr/>
        </p:nvSpPr>
        <p:spPr>
          <a:xfrm>
            <a:off x="9352755" y="7800718"/>
            <a:ext cx="3823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9"/>
          <p:cNvSpPr txBox="1"/>
          <p:nvPr/>
        </p:nvSpPr>
        <p:spPr>
          <a:xfrm>
            <a:off x="2961967" y="100668"/>
            <a:ext cx="14297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9"/>
          <p:cNvSpPr txBox="1"/>
          <p:nvPr/>
        </p:nvSpPr>
        <p:spPr>
          <a:xfrm>
            <a:off x="7599075" y="1756600"/>
            <a:ext cx="6695100" cy="1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399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2938FA"/>
                </a:solidFill>
                <a:latin typeface="VT323"/>
                <a:ea typeface="VT323"/>
                <a:cs typeface="VT323"/>
                <a:sym typeface="VT323"/>
              </a:rPr>
              <a:t>Allows users to enter a date or select a date from calendar popup</a:t>
            </a:r>
            <a:endParaRPr/>
          </a:p>
        </p:txBody>
      </p:sp>
      <p:sp>
        <p:nvSpPr>
          <p:cNvPr id="311" name="Google Shape;311;p9"/>
          <p:cNvSpPr txBox="1"/>
          <p:nvPr/>
        </p:nvSpPr>
        <p:spPr>
          <a:xfrm>
            <a:off x="9372925" y="59544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9"/>
          <p:cNvSpPr txBox="1"/>
          <p:nvPr/>
        </p:nvSpPr>
        <p:spPr>
          <a:xfrm>
            <a:off x="7700064" y="6140225"/>
            <a:ext cx="6428100" cy="28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399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2938FA"/>
                </a:solidFill>
                <a:latin typeface="VT323"/>
                <a:ea typeface="VT323"/>
                <a:cs typeface="VT323"/>
                <a:sym typeface="VT323"/>
              </a:rPr>
              <a:t>Enables users to select a color from the available range or set an additional color using an RGB or HSB combination</a:t>
            </a:r>
            <a:endParaRPr/>
          </a:p>
        </p:txBody>
      </p:sp>
      <p:sp>
        <p:nvSpPr>
          <p:cNvPr id="313" name="Google Shape;313;p9"/>
          <p:cNvSpPr txBox="1"/>
          <p:nvPr/>
        </p:nvSpPr>
        <p:spPr>
          <a:xfrm>
            <a:off x="4547167" y="126811"/>
            <a:ext cx="134694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00">
                <a:solidFill>
                  <a:srgbClr val="2938FA"/>
                </a:solidFill>
              </a:rPr>
              <a:t>JavaFX GUI Components (2) • Part 2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2938FA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0"/>
          <p:cNvSpPr/>
          <p:nvPr/>
        </p:nvSpPr>
        <p:spPr>
          <a:xfrm>
            <a:off x="10087110" y="-51010"/>
            <a:ext cx="1684500" cy="412800"/>
          </a:xfrm>
          <a:prstGeom prst="rect">
            <a:avLst/>
          </a:prstGeom>
          <a:solidFill>
            <a:srgbClr val="F1A5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0"/>
          <p:cNvSpPr/>
          <p:nvPr/>
        </p:nvSpPr>
        <p:spPr>
          <a:xfrm>
            <a:off x="10087050" y="-87175"/>
            <a:ext cx="8208466" cy="10463312"/>
          </a:xfrm>
          <a:custGeom>
            <a:rect b="b" l="l" r="r" t="t"/>
            <a:pathLst>
              <a:path extrusionOk="0" h="7447197" w="6619731">
                <a:moveTo>
                  <a:pt x="0" y="0"/>
                </a:moveTo>
                <a:lnTo>
                  <a:pt x="0" y="7447197"/>
                </a:lnTo>
                <a:lnTo>
                  <a:pt x="6619731" y="7447197"/>
                </a:lnTo>
                <a:lnTo>
                  <a:pt x="6619731" y="0"/>
                </a:lnTo>
                <a:lnTo>
                  <a:pt x="0" y="0"/>
                </a:lnTo>
                <a:close/>
                <a:moveTo>
                  <a:pt x="6558771" y="7386237"/>
                </a:moveTo>
                <a:lnTo>
                  <a:pt x="59690" y="7386237"/>
                </a:lnTo>
                <a:lnTo>
                  <a:pt x="59690" y="59690"/>
                </a:lnTo>
                <a:lnTo>
                  <a:pt x="6558771" y="59690"/>
                </a:lnTo>
                <a:lnTo>
                  <a:pt x="6558771" y="7386237"/>
                </a:lnTo>
                <a:close/>
              </a:path>
            </a:pathLst>
          </a:custGeom>
          <a:solidFill>
            <a:srgbClr val="2938FA"/>
          </a:solidFill>
          <a:ln>
            <a:noFill/>
          </a:ln>
        </p:spPr>
      </p:sp>
      <p:grpSp>
        <p:nvGrpSpPr>
          <p:cNvPr id="320" name="Google Shape;320;p10"/>
          <p:cNvGrpSpPr/>
          <p:nvPr/>
        </p:nvGrpSpPr>
        <p:grpSpPr>
          <a:xfrm>
            <a:off x="-347600" y="-2"/>
            <a:ext cx="10434653" cy="10470104"/>
            <a:chOff x="0" y="0"/>
            <a:chExt cx="13912870" cy="13960138"/>
          </a:xfrm>
        </p:grpSpPr>
        <p:pic>
          <p:nvPicPr>
            <p:cNvPr id="321" name="Google Shape;321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240910" y="0"/>
              <a:ext cx="4671960" cy="46719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2" name="Google Shape;322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240910" y="4644089"/>
              <a:ext cx="4671960" cy="46719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3" name="Google Shape;323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240910" y="9288178"/>
              <a:ext cx="4671960" cy="46719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4" name="Google Shape;324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20455" y="0"/>
              <a:ext cx="4671960" cy="46719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5" name="Google Shape;325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20455" y="4644089"/>
              <a:ext cx="4671960" cy="46719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6" name="Google Shape;326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20455" y="9288178"/>
              <a:ext cx="4671960" cy="46719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7" name="Google Shape;327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4671960" cy="46719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8" name="Google Shape;328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4644089"/>
              <a:ext cx="4671960" cy="46719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9" name="Google Shape;329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9288178"/>
              <a:ext cx="4671960" cy="46719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0" name="Google Shape;330;p10"/>
          <p:cNvGrpSpPr/>
          <p:nvPr/>
        </p:nvGrpSpPr>
        <p:grpSpPr>
          <a:xfrm>
            <a:off x="1349590" y="2683365"/>
            <a:ext cx="7360247" cy="4883512"/>
            <a:chOff x="0" y="0"/>
            <a:chExt cx="14414898" cy="9564261"/>
          </a:xfrm>
        </p:grpSpPr>
        <p:sp>
          <p:nvSpPr>
            <p:cNvPr id="331" name="Google Shape;331;p10"/>
            <p:cNvSpPr/>
            <p:nvPr/>
          </p:nvSpPr>
          <p:spPr>
            <a:xfrm>
              <a:off x="72390" y="72390"/>
              <a:ext cx="14270119" cy="9419481"/>
            </a:xfrm>
            <a:custGeom>
              <a:rect b="b" l="l" r="r" t="t"/>
              <a:pathLst>
                <a:path extrusionOk="0" h="9419481" w="14270119">
                  <a:moveTo>
                    <a:pt x="0" y="0"/>
                  </a:moveTo>
                  <a:lnTo>
                    <a:pt x="14270119" y="0"/>
                  </a:lnTo>
                  <a:lnTo>
                    <a:pt x="14270119" y="9419481"/>
                  </a:lnTo>
                  <a:lnTo>
                    <a:pt x="0" y="94194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1A5D6"/>
            </a:solidFill>
            <a:ln>
              <a:noFill/>
            </a:ln>
          </p:spPr>
        </p:sp>
        <p:sp>
          <p:nvSpPr>
            <p:cNvPr id="332" name="Google Shape;332;p10"/>
            <p:cNvSpPr/>
            <p:nvPr/>
          </p:nvSpPr>
          <p:spPr>
            <a:xfrm>
              <a:off x="0" y="0"/>
              <a:ext cx="14414898" cy="9564261"/>
            </a:xfrm>
            <a:custGeom>
              <a:rect b="b" l="l" r="r" t="t"/>
              <a:pathLst>
                <a:path extrusionOk="0" h="9564261" w="14414898">
                  <a:moveTo>
                    <a:pt x="14270118" y="9419481"/>
                  </a:moveTo>
                  <a:lnTo>
                    <a:pt x="14414898" y="9419481"/>
                  </a:lnTo>
                  <a:lnTo>
                    <a:pt x="14414898" y="9564261"/>
                  </a:lnTo>
                  <a:lnTo>
                    <a:pt x="14270118" y="9564261"/>
                  </a:lnTo>
                  <a:lnTo>
                    <a:pt x="14270118" y="941948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9419481"/>
                  </a:lnTo>
                  <a:lnTo>
                    <a:pt x="0" y="9419481"/>
                  </a:lnTo>
                  <a:lnTo>
                    <a:pt x="0" y="144780"/>
                  </a:lnTo>
                  <a:close/>
                  <a:moveTo>
                    <a:pt x="0" y="9419481"/>
                  </a:moveTo>
                  <a:lnTo>
                    <a:pt x="144780" y="9419481"/>
                  </a:lnTo>
                  <a:lnTo>
                    <a:pt x="144780" y="9564261"/>
                  </a:lnTo>
                  <a:lnTo>
                    <a:pt x="0" y="9564261"/>
                  </a:lnTo>
                  <a:lnTo>
                    <a:pt x="0" y="9419481"/>
                  </a:lnTo>
                  <a:close/>
                  <a:moveTo>
                    <a:pt x="14270118" y="144780"/>
                  </a:moveTo>
                  <a:lnTo>
                    <a:pt x="14414898" y="144780"/>
                  </a:lnTo>
                  <a:lnTo>
                    <a:pt x="14414898" y="9419481"/>
                  </a:lnTo>
                  <a:lnTo>
                    <a:pt x="14270118" y="9419481"/>
                  </a:lnTo>
                  <a:lnTo>
                    <a:pt x="14270118" y="144780"/>
                  </a:lnTo>
                  <a:close/>
                  <a:moveTo>
                    <a:pt x="144780" y="9419481"/>
                  </a:moveTo>
                  <a:lnTo>
                    <a:pt x="14270118" y="9419481"/>
                  </a:lnTo>
                  <a:lnTo>
                    <a:pt x="14270118" y="9564261"/>
                  </a:lnTo>
                  <a:lnTo>
                    <a:pt x="144780" y="9564261"/>
                  </a:lnTo>
                  <a:lnTo>
                    <a:pt x="144780" y="9419481"/>
                  </a:lnTo>
                  <a:close/>
                  <a:moveTo>
                    <a:pt x="14270118" y="0"/>
                  </a:moveTo>
                  <a:lnTo>
                    <a:pt x="14414898" y="0"/>
                  </a:lnTo>
                  <a:lnTo>
                    <a:pt x="14414898" y="144780"/>
                  </a:lnTo>
                  <a:lnTo>
                    <a:pt x="14270118" y="144780"/>
                  </a:lnTo>
                  <a:lnTo>
                    <a:pt x="14270118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4270118" y="0"/>
                  </a:lnTo>
                  <a:lnTo>
                    <a:pt x="14270118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2938FA"/>
            </a:solidFill>
            <a:ln>
              <a:noFill/>
            </a:ln>
          </p:spPr>
        </p:sp>
      </p:grpSp>
      <p:grpSp>
        <p:nvGrpSpPr>
          <p:cNvPr id="333" name="Google Shape;333;p10"/>
          <p:cNvGrpSpPr/>
          <p:nvPr/>
        </p:nvGrpSpPr>
        <p:grpSpPr>
          <a:xfrm>
            <a:off x="1724806" y="3110829"/>
            <a:ext cx="7360247" cy="4883512"/>
            <a:chOff x="0" y="0"/>
            <a:chExt cx="14414898" cy="9564261"/>
          </a:xfrm>
        </p:grpSpPr>
        <p:sp>
          <p:nvSpPr>
            <p:cNvPr id="334" name="Google Shape;334;p10"/>
            <p:cNvSpPr/>
            <p:nvPr/>
          </p:nvSpPr>
          <p:spPr>
            <a:xfrm>
              <a:off x="72390" y="72390"/>
              <a:ext cx="14270119" cy="9419481"/>
            </a:xfrm>
            <a:custGeom>
              <a:rect b="b" l="l" r="r" t="t"/>
              <a:pathLst>
                <a:path extrusionOk="0" h="9419481" w="14270119">
                  <a:moveTo>
                    <a:pt x="0" y="0"/>
                  </a:moveTo>
                  <a:lnTo>
                    <a:pt x="14270119" y="0"/>
                  </a:lnTo>
                  <a:lnTo>
                    <a:pt x="14270119" y="9419481"/>
                  </a:lnTo>
                  <a:lnTo>
                    <a:pt x="0" y="94194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35" name="Google Shape;335;p10"/>
            <p:cNvSpPr/>
            <p:nvPr/>
          </p:nvSpPr>
          <p:spPr>
            <a:xfrm>
              <a:off x="0" y="0"/>
              <a:ext cx="14414898" cy="9564261"/>
            </a:xfrm>
            <a:custGeom>
              <a:rect b="b" l="l" r="r" t="t"/>
              <a:pathLst>
                <a:path extrusionOk="0" h="9564261" w="14414898">
                  <a:moveTo>
                    <a:pt x="14270118" y="9419481"/>
                  </a:moveTo>
                  <a:lnTo>
                    <a:pt x="14414898" y="9419481"/>
                  </a:lnTo>
                  <a:lnTo>
                    <a:pt x="14414898" y="9564261"/>
                  </a:lnTo>
                  <a:lnTo>
                    <a:pt x="14270118" y="9564261"/>
                  </a:lnTo>
                  <a:lnTo>
                    <a:pt x="14270118" y="941948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9419481"/>
                  </a:lnTo>
                  <a:lnTo>
                    <a:pt x="0" y="9419481"/>
                  </a:lnTo>
                  <a:lnTo>
                    <a:pt x="0" y="144780"/>
                  </a:lnTo>
                  <a:close/>
                  <a:moveTo>
                    <a:pt x="0" y="9419481"/>
                  </a:moveTo>
                  <a:lnTo>
                    <a:pt x="144780" y="9419481"/>
                  </a:lnTo>
                  <a:lnTo>
                    <a:pt x="144780" y="9564261"/>
                  </a:lnTo>
                  <a:lnTo>
                    <a:pt x="0" y="9564261"/>
                  </a:lnTo>
                  <a:lnTo>
                    <a:pt x="0" y="9419481"/>
                  </a:lnTo>
                  <a:close/>
                  <a:moveTo>
                    <a:pt x="14270118" y="144780"/>
                  </a:moveTo>
                  <a:lnTo>
                    <a:pt x="14414898" y="144780"/>
                  </a:lnTo>
                  <a:lnTo>
                    <a:pt x="14414898" y="9419481"/>
                  </a:lnTo>
                  <a:lnTo>
                    <a:pt x="14270118" y="9419481"/>
                  </a:lnTo>
                  <a:lnTo>
                    <a:pt x="14270118" y="144780"/>
                  </a:lnTo>
                  <a:close/>
                  <a:moveTo>
                    <a:pt x="144780" y="9419481"/>
                  </a:moveTo>
                  <a:lnTo>
                    <a:pt x="14270118" y="9419481"/>
                  </a:lnTo>
                  <a:lnTo>
                    <a:pt x="14270118" y="9564261"/>
                  </a:lnTo>
                  <a:lnTo>
                    <a:pt x="144780" y="9564261"/>
                  </a:lnTo>
                  <a:lnTo>
                    <a:pt x="144780" y="9419481"/>
                  </a:lnTo>
                  <a:close/>
                  <a:moveTo>
                    <a:pt x="14270118" y="0"/>
                  </a:moveTo>
                  <a:lnTo>
                    <a:pt x="14414898" y="0"/>
                  </a:lnTo>
                  <a:lnTo>
                    <a:pt x="14414898" y="144780"/>
                  </a:lnTo>
                  <a:lnTo>
                    <a:pt x="14270118" y="144780"/>
                  </a:lnTo>
                  <a:lnTo>
                    <a:pt x="14270118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4270118" y="0"/>
                  </a:lnTo>
                  <a:lnTo>
                    <a:pt x="14270118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2938FA"/>
            </a:solidFill>
            <a:ln>
              <a:noFill/>
            </a:ln>
          </p:spPr>
        </p:sp>
      </p:grpSp>
      <p:pic>
        <p:nvPicPr>
          <p:cNvPr id="336" name="Google Shape;33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36827" y="-437117"/>
            <a:ext cx="1185037" cy="1185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19266" y="3936050"/>
            <a:ext cx="6544043" cy="5951025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10"/>
          <p:cNvSpPr txBox="1"/>
          <p:nvPr/>
        </p:nvSpPr>
        <p:spPr>
          <a:xfrm>
            <a:off x="10939113" y="4831930"/>
            <a:ext cx="5905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0"/>
          <p:cNvSpPr txBox="1"/>
          <p:nvPr/>
        </p:nvSpPr>
        <p:spPr>
          <a:xfrm>
            <a:off x="12477517" y="47688"/>
            <a:ext cx="6355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0"/>
          <p:cNvSpPr txBox="1"/>
          <p:nvPr/>
        </p:nvSpPr>
        <p:spPr>
          <a:xfrm>
            <a:off x="1976075" y="4763725"/>
            <a:ext cx="6857700" cy="15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50">
                <a:solidFill>
                  <a:srgbClr val="2938F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Progress Bar</a:t>
            </a:r>
            <a:endParaRPr/>
          </a:p>
        </p:txBody>
      </p:sp>
      <p:sp>
        <p:nvSpPr>
          <p:cNvPr id="341" name="Google Shape;341;p10"/>
          <p:cNvSpPr txBox="1"/>
          <p:nvPr/>
        </p:nvSpPr>
        <p:spPr>
          <a:xfrm>
            <a:off x="10762438" y="929288"/>
            <a:ext cx="6857700" cy="28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8150" lvl="0" marL="457200" rtl="0" algn="l">
              <a:lnSpc>
                <a:spcPct val="139966"/>
              </a:lnSpc>
              <a:spcBef>
                <a:spcPts val="0"/>
              </a:spcBef>
              <a:spcAft>
                <a:spcPts val="0"/>
              </a:spcAft>
              <a:buClr>
                <a:srgbClr val="2938FA"/>
              </a:buClr>
              <a:buSzPts val="3300"/>
              <a:buFont typeface="VT323"/>
              <a:buChar char="●"/>
            </a:pPr>
            <a:r>
              <a:rPr lang="en-US" sz="3300">
                <a:solidFill>
                  <a:srgbClr val="2938FA"/>
                </a:solidFill>
                <a:latin typeface="VT323"/>
                <a:ea typeface="VT323"/>
                <a:cs typeface="VT323"/>
                <a:sym typeface="VT323"/>
              </a:rPr>
              <a:t>Track the progress of a certain task</a:t>
            </a:r>
            <a:endParaRPr sz="3300">
              <a:solidFill>
                <a:srgbClr val="2938FA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0" lvl="0" marL="457200" rtl="0" algn="l">
              <a:lnSpc>
                <a:spcPct val="1399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>
              <a:solidFill>
                <a:srgbClr val="2938FA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-438150" lvl="0" marL="457200" rtl="0" algn="l">
              <a:lnSpc>
                <a:spcPct val="139966"/>
              </a:lnSpc>
              <a:spcBef>
                <a:spcPts val="0"/>
              </a:spcBef>
              <a:spcAft>
                <a:spcPts val="0"/>
              </a:spcAft>
              <a:buClr>
                <a:srgbClr val="2938FA"/>
              </a:buClr>
              <a:buSzPts val="3300"/>
              <a:buFont typeface="VT323"/>
              <a:buChar char="●"/>
            </a:pPr>
            <a:r>
              <a:rPr lang="en-US" sz="3300">
                <a:solidFill>
                  <a:srgbClr val="2938FA"/>
                </a:solidFill>
                <a:latin typeface="VT323"/>
                <a:ea typeface="VT323"/>
                <a:cs typeface="VT323"/>
                <a:sym typeface="VT323"/>
              </a:rPr>
              <a:t>Takes double values between 0 and 1</a:t>
            </a:r>
            <a:endParaRPr sz="3300">
              <a:solidFill>
                <a:srgbClr val="2938FA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0" lvl="0" marL="457200" rtl="0" algn="l">
              <a:lnSpc>
                <a:spcPct val="1399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>
              <a:solidFill>
                <a:srgbClr val="2938FA"/>
              </a:solidFill>
              <a:latin typeface="VT323"/>
              <a:ea typeface="VT323"/>
              <a:cs typeface="VT323"/>
              <a:sym typeface="VT323"/>
            </a:endParaRPr>
          </a:p>
        </p:txBody>
      </p:sp>
      <p:sp>
        <p:nvSpPr>
          <p:cNvPr id="342" name="Google Shape;342;p10"/>
          <p:cNvSpPr txBox="1"/>
          <p:nvPr/>
        </p:nvSpPr>
        <p:spPr>
          <a:xfrm>
            <a:off x="4623367" y="50611"/>
            <a:ext cx="134694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00">
                <a:solidFill>
                  <a:srgbClr val="2938FA"/>
                </a:solidFill>
              </a:rPr>
              <a:t>JavaFX GUI Components (2) • Part 2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2938FA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f2c60f424f_0_13"/>
          <p:cNvSpPr/>
          <p:nvPr/>
        </p:nvSpPr>
        <p:spPr>
          <a:xfrm>
            <a:off x="0" y="0"/>
            <a:ext cx="18303556" cy="10295750"/>
          </a:xfrm>
          <a:custGeom>
            <a:rect b="b" l="l" r="r" t="t"/>
            <a:pathLst>
              <a:path extrusionOk="0" h="7447197" w="13239462">
                <a:moveTo>
                  <a:pt x="0" y="0"/>
                </a:moveTo>
                <a:lnTo>
                  <a:pt x="0" y="7447197"/>
                </a:lnTo>
                <a:lnTo>
                  <a:pt x="13239462" y="7447197"/>
                </a:lnTo>
                <a:lnTo>
                  <a:pt x="13239462" y="0"/>
                </a:lnTo>
                <a:lnTo>
                  <a:pt x="0" y="0"/>
                </a:lnTo>
                <a:close/>
                <a:moveTo>
                  <a:pt x="13178501" y="7386237"/>
                </a:moveTo>
                <a:lnTo>
                  <a:pt x="59690" y="7386237"/>
                </a:lnTo>
                <a:lnTo>
                  <a:pt x="59690" y="59690"/>
                </a:lnTo>
                <a:lnTo>
                  <a:pt x="13178501" y="59690"/>
                </a:lnTo>
                <a:lnTo>
                  <a:pt x="13178501" y="7386237"/>
                </a:lnTo>
                <a:close/>
              </a:path>
            </a:pathLst>
          </a:custGeom>
          <a:solidFill>
            <a:srgbClr val="2938FA"/>
          </a:solidFill>
          <a:ln>
            <a:noFill/>
          </a:ln>
        </p:spPr>
      </p:sp>
      <p:sp>
        <p:nvSpPr>
          <p:cNvPr id="348" name="Google Shape;348;gf2c60f424f_0_13"/>
          <p:cNvSpPr/>
          <p:nvPr/>
        </p:nvSpPr>
        <p:spPr>
          <a:xfrm>
            <a:off x="0" y="489563"/>
            <a:ext cx="18303556" cy="9805771"/>
          </a:xfrm>
          <a:custGeom>
            <a:rect b="b" l="l" r="r" t="t"/>
            <a:pathLst>
              <a:path extrusionOk="0" h="7092782" w="13239462">
                <a:moveTo>
                  <a:pt x="0" y="0"/>
                </a:moveTo>
                <a:lnTo>
                  <a:pt x="0" y="7092782"/>
                </a:lnTo>
                <a:lnTo>
                  <a:pt x="13239462" y="7092782"/>
                </a:lnTo>
                <a:lnTo>
                  <a:pt x="13239462" y="0"/>
                </a:lnTo>
                <a:lnTo>
                  <a:pt x="0" y="0"/>
                </a:lnTo>
                <a:close/>
                <a:moveTo>
                  <a:pt x="13178501" y="7031822"/>
                </a:moveTo>
                <a:lnTo>
                  <a:pt x="59690" y="7031822"/>
                </a:lnTo>
                <a:lnTo>
                  <a:pt x="59690" y="59690"/>
                </a:lnTo>
                <a:lnTo>
                  <a:pt x="13178501" y="59690"/>
                </a:lnTo>
                <a:lnTo>
                  <a:pt x="13178501" y="7031822"/>
                </a:lnTo>
                <a:close/>
              </a:path>
            </a:pathLst>
          </a:custGeom>
          <a:solidFill>
            <a:srgbClr val="2938FA"/>
          </a:solidFill>
          <a:ln>
            <a:noFill/>
          </a:ln>
        </p:spPr>
      </p:sp>
      <p:sp>
        <p:nvSpPr>
          <p:cNvPr id="349" name="Google Shape;349;gf2c60f424f_0_13"/>
          <p:cNvSpPr/>
          <p:nvPr/>
        </p:nvSpPr>
        <p:spPr>
          <a:xfrm>
            <a:off x="0" y="489563"/>
            <a:ext cx="9151778" cy="9805771"/>
          </a:xfrm>
          <a:custGeom>
            <a:rect b="b" l="l" r="r" t="t"/>
            <a:pathLst>
              <a:path extrusionOk="0" h="7092782" w="6619731">
                <a:moveTo>
                  <a:pt x="0" y="0"/>
                </a:moveTo>
                <a:lnTo>
                  <a:pt x="0" y="7092782"/>
                </a:lnTo>
                <a:lnTo>
                  <a:pt x="6619731" y="7092782"/>
                </a:lnTo>
                <a:lnTo>
                  <a:pt x="6619731" y="0"/>
                </a:lnTo>
                <a:lnTo>
                  <a:pt x="0" y="0"/>
                </a:lnTo>
                <a:close/>
                <a:moveTo>
                  <a:pt x="6558771" y="7031822"/>
                </a:moveTo>
                <a:lnTo>
                  <a:pt x="59690" y="7031822"/>
                </a:lnTo>
                <a:lnTo>
                  <a:pt x="59690" y="59690"/>
                </a:lnTo>
                <a:lnTo>
                  <a:pt x="6558771" y="59690"/>
                </a:lnTo>
                <a:lnTo>
                  <a:pt x="6558771" y="7031822"/>
                </a:lnTo>
                <a:close/>
              </a:path>
            </a:pathLst>
          </a:custGeom>
          <a:solidFill>
            <a:srgbClr val="2938FA"/>
          </a:solidFill>
          <a:ln>
            <a:noFill/>
          </a:ln>
        </p:spPr>
      </p:sp>
      <p:grpSp>
        <p:nvGrpSpPr>
          <p:cNvPr id="350" name="Google Shape;350;gf2c60f424f_0_13"/>
          <p:cNvGrpSpPr/>
          <p:nvPr/>
        </p:nvGrpSpPr>
        <p:grpSpPr>
          <a:xfrm>
            <a:off x="1028700" y="4269034"/>
            <a:ext cx="6930225" cy="1829108"/>
            <a:chOff x="0" y="66675"/>
            <a:chExt cx="9240300" cy="2438811"/>
          </a:xfrm>
        </p:grpSpPr>
        <p:sp>
          <p:nvSpPr>
            <p:cNvPr id="351" name="Google Shape;351;gf2c60f424f_0_13"/>
            <p:cNvSpPr txBox="1"/>
            <p:nvPr/>
          </p:nvSpPr>
          <p:spPr>
            <a:xfrm>
              <a:off x="0" y="2136186"/>
              <a:ext cx="9240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4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gf2c60f424f_0_13"/>
            <p:cNvSpPr txBox="1"/>
            <p:nvPr/>
          </p:nvSpPr>
          <p:spPr>
            <a:xfrm>
              <a:off x="0" y="66675"/>
              <a:ext cx="9240300" cy="186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0001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b="1" lang="en-US" sz="9099">
                  <a:solidFill>
                    <a:srgbClr val="2938F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Demo</a:t>
              </a:r>
              <a:endParaRPr/>
            </a:p>
          </p:txBody>
        </p:sp>
      </p:grpSp>
      <p:sp>
        <p:nvSpPr>
          <p:cNvPr id="353" name="Google Shape;353;gf2c60f424f_0_13"/>
          <p:cNvSpPr txBox="1"/>
          <p:nvPr/>
        </p:nvSpPr>
        <p:spPr>
          <a:xfrm>
            <a:off x="10696270" y="2596059"/>
            <a:ext cx="62202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99">
                <a:solidFill>
                  <a:srgbClr val="2938FA"/>
                </a:solidFill>
                <a:latin typeface="VT323"/>
                <a:ea typeface="VT323"/>
                <a:cs typeface="VT323"/>
                <a:sym typeface="VT323"/>
              </a:rPr>
              <a:t>Date Picker</a:t>
            </a:r>
            <a:endParaRPr/>
          </a:p>
        </p:txBody>
      </p:sp>
      <p:sp>
        <p:nvSpPr>
          <p:cNvPr id="354" name="Google Shape;354;gf2c60f424f_0_13"/>
          <p:cNvSpPr/>
          <p:nvPr/>
        </p:nvSpPr>
        <p:spPr>
          <a:xfrm>
            <a:off x="8915401" y="2700145"/>
            <a:ext cx="381000" cy="342900"/>
          </a:xfrm>
          <a:prstGeom prst="rect">
            <a:avLst/>
          </a:prstGeom>
          <a:solidFill>
            <a:srgbClr val="F1A5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gf2c60f424f_0_13"/>
          <p:cNvSpPr txBox="1"/>
          <p:nvPr/>
        </p:nvSpPr>
        <p:spPr>
          <a:xfrm>
            <a:off x="10696270" y="5232925"/>
            <a:ext cx="62202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99">
                <a:solidFill>
                  <a:srgbClr val="2938FA"/>
                </a:solidFill>
                <a:latin typeface="VT323"/>
                <a:ea typeface="VT323"/>
                <a:cs typeface="VT323"/>
                <a:sym typeface="VT323"/>
              </a:rPr>
              <a:t>Color Chooser</a:t>
            </a:r>
            <a:endParaRPr/>
          </a:p>
        </p:txBody>
      </p:sp>
      <p:sp>
        <p:nvSpPr>
          <p:cNvPr id="356" name="Google Shape;356;gf2c60f424f_0_13"/>
          <p:cNvSpPr/>
          <p:nvPr/>
        </p:nvSpPr>
        <p:spPr>
          <a:xfrm>
            <a:off x="8915401" y="5288636"/>
            <a:ext cx="381000" cy="342900"/>
          </a:xfrm>
          <a:prstGeom prst="rect">
            <a:avLst/>
          </a:prstGeom>
          <a:solidFill>
            <a:srgbClr val="F1A5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gf2c60f424f_0_13"/>
          <p:cNvSpPr txBox="1"/>
          <p:nvPr/>
        </p:nvSpPr>
        <p:spPr>
          <a:xfrm>
            <a:off x="10696283" y="7658832"/>
            <a:ext cx="62202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99">
                <a:solidFill>
                  <a:srgbClr val="2938FA"/>
                </a:solidFill>
                <a:latin typeface="VT323"/>
                <a:ea typeface="VT323"/>
                <a:cs typeface="VT323"/>
                <a:sym typeface="VT323"/>
              </a:rPr>
              <a:t>Progress Bar</a:t>
            </a:r>
            <a:endParaRPr/>
          </a:p>
        </p:txBody>
      </p:sp>
      <p:sp>
        <p:nvSpPr>
          <p:cNvPr id="358" name="Google Shape;358;gf2c60f424f_0_13"/>
          <p:cNvSpPr/>
          <p:nvPr/>
        </p:nvSpPr>
        <p:spPr>
          <a:xfrm>
            <a:off x="8915401" y="7733518"/>
            <a:ext cx="381000" cy="342900"/>
          </a:xfrm>
          <a:prstGeom prst="rect">
            <a:avLst/>
          </a:prstGeom>
          <a:solidFill>
            <a:srgbClr val="F1A5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gf2c60f424f_0_13"/>
          <p:cNvSpPr txBox="1"/>
          <p:nvPr/>
        </p:nvSpPr>
        <p:spPr>
          <a:xfrm>
            <a:off x="2961967" y="100668"/>
            <a:ext cx="14297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gf2c60f424f_0_13"/>
          <p:cNvSpPr/>
          <p:nvPr/>
        </p:nvSpPr>
        <p:spPr>
          <a:xfrm>
            <a:off x="62535" y="76840"/>
            <a:ext cx="1684500" cy="412800"/>
          </a:xfrm>
          <a:prstGeom prst="rect">
            <a:avLst/>
          </a:prstGeom>
          <a:solidFill>
            <a:srgbClr val="F1A5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1" name="Google Shape;361;gf2c60f424f_0_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9790" y="-309317"/>
            <a:ext cx="1185037" cy="1185037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gf2c60f424f_0_13"/>
          <p:cNvSpPr txBox="1"/>
          <p:nvPr/>
        </p:nvSpPr>
        <p:spPr>
          <a:xfrm>
            <a:off x="4547167" y="126811"/>
            <a:ext cx="134694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00">
                <a:solidFill>
                  <a:srgbClr val="2938FA"/>
                </a:solidFill>
              </a:rPr>
              <a:t>JavaFX GUI Components (2) • Part 2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2938FA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f2c60f424f_2_10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7447197" w="13239462">
                <a:moveTo>
                  <a:pt x="0" y="0"/>
                </a:moveTo>
                <a:lnTo>
                  <a:pt x="0" y="7447197"/>
                </a:lnTo>
                <a:lnTo>
                  <a:pt x="13239462" y="7447197"/>
                </a:lnTo>
                <a:lnTo>
                  <a:pt x="13239462" y="0"/>
                </a:lnTo>
                <a:lnTo>
                  <a:pt x="0" y="0"/>
                </a:lnTo>
                <a:close/>
                <a:moveTo>
                  <a:pt x="13178501" y="7386237"/>
                </a:moveTo>
                <a:lnTo>
                  <a:pt x="59690" y="7386237"/>
                </a:lnTo>
                <a:lnTo>
                  <a:pt x="59690" y="59690"/>
                </a:lnTo>
                <a:lnTo>
                  <a:pt x="13178501" y="59690"/>
                </a:lnTo>
                <a:lnTo>
                  <a:pt x="13178501" y="7386237"/>
                </a:lnTo>
                <a:close/>
              </a:path>
            </a:pathLst>
          </a:custGeom>
          <a:solidFill>
            <a:srgbClr val="2938FA"/>
          </a:solidFill>
          <a:ln>
            <a:noFill/>
          </a:ln>
        </p:spPr>
      </p:sp>
      <p:grpSp>
        <p:nvGrpSpPr>
          <p:cNvPr id="368" name="Google Shape;368;gf2c60f424f_2_109"/>
          <p:cNvGrpSpPr/>
          <p:nvPr/>
        </p:nvGrpSpPr>
        <p:grpSpPr>
          <a:xfrm>
            <a:off x="0" y="0"/>
            <a:ext cx="7195954" cy="10296479"/>
            <a:chOff x="0" y="0"/>
            <a:chExt cx="4434840" cy="6345682"/>
          </a:xfrm>
        </p:grpSpPr>
        <p:sp>
          <p:nvSpPr>
            <p:cNvPr id="369" name="Google Shape;369;gf2c60f424f_2_109"/>
            <p:cNvSpPr/>
            <p:nvPr/>
          </p:nvSpPr>
          <p:spPr>
            <a:xfrm>
              <a:off x="0" y="0"/>
              <a:ext cx="4064000" cy="6345682"/>
            </a:xfrm>
            <a:custGeom>
              <a:rect b="b" l="l" r="r" t="t"/>
              <a:pathLst>
                <a:path extrusionOk="0" h="5902960" w="4064000">
                  <a:moveTo>
                    <a:pt x="4064000" y="5902960"/>
                  </a:moveTo>
                  <a:lnTo>
                    <a:pt x="0" y="5902960"/>
                  </a:lnTo>
                  <a:lnTo>
                    <a:pt x="0" y="0"/>
                  </a:lnTo>
                  <a:lnTo>
                    <a:pt x="4064000" y="0"/>
                  </a:lnTo>
                  <a:lnTo>
                    <a:pt x="4064000" y="590296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-2390" r="-169274" t="6890"/>
              </a:stretch>
            </a:blipFill>
            <a:ln>
              <a:noFill/>
            </a:ln>
          </p:spPr>
        </p:sp>
        <p:sp>
          <p:nvSpPr>
            <p:cNvPr id="370" name="Google Shape;370;gf2c60f424f_2_109"/>
            <p:cNvSpPr/>
            <p:nvPr/>
          </p:nvSpPr>
          <p:spPr>
            <a:xfrm>
              <a:off x="50800" y="50800"/>
              <a:ext cx="4333240" cy="6239510"/>
            </a:xfrm>
            <a:custGeom>
              <a:rect b="b" l="l" r="r" t="t"/>
              <a:pathLst>
                <a:path extrusionOk="0" h="6239510" w="4333240">
                  <a:moveTo>
                    <a:pt x="4333240" y="335280"/>
                  </a:moveTo>
                  <a:lnTo>
                    <a:pt x="0" y="335280"/>
                  </a:lnTo>
                  <a:lnTo>
                    <a:pt x="0" y="0"/>
                  </a:lnTo>
                  <a:lnTo>
                    <a:pt x="4333240" y="0"/>
                  </a:lnTo>
                  <a:lnTo>
                    <a:pt x="4333240" y="335280"/>
                  </a:lnTo>
                  <a:close/>
                  <a:moveTo>
                    <a:pt x="4333240" y="5970270"/>
                  </a:moveTo>
                  <a:lnTo>
                    <a:pt x="4064000" y="5970270"/>
                  </a:lnTo>
                  <a:lnTo>
                    <a:pt x="4064000" y="6239510"/>
                  </a:lnTo>
                  <a:lnTo>
                    <a:pt x="4333240" y="6239510"/>
                  </a:lnTo>
                  <a:lnTo>
                    <a:pt x="4333240" y="5970270"/>
                  </a:lnTo>
                  <a:close/>
                </a:path>
              </a:pathLst>
            </a:custGeom>
            <a:solidFill>
              <a:srgbClr val="F1A5D6"/>
            </a:solidFill>
            <a:ln>
              <a:noFill/>
            </a:ln>
          </p:spPr>
        </p:sp>
        <p:sp>
          <p:nvSpPr>
            <p:cNvPr id="371" name="Google Shape;371;gf2c60f424f_2_109"/>
            <p:cNvSpPr/>
            <p:nvPr/>
          </p:nvSpPr>
          <p:spPr>
            <a:xfrm>
              <a:off x="196850" y="165100"/>
              <a:ext cx="811530" cy="119380"/>
            </a:xfrm>
            <a:custGeom>
              <a:rect b="b" l="l" r="r" t="t"/>
              <a:pathLst>
                <a:path extrusionOk="0" h="119380" w="811530">
                  <a:moveTo>
                    <a:pt x="119380" y="59690"/>
                  </a:moveTo>
                  <a:cubicBezTo>
                    <a:pt x="119380" y="92710"/>
                    <a:pt x="92710" y="119380"/>
                    <a:pt x="59690" y="119380"/>
                  </a:cubicBezTo>
                  <a:cubicBezTo>
                    <a:pt x="26670" y="119380"/>
                    <a:pt x="0" y="92710"/>
                    <a:pt x="0" y="59690"/>
                  </a:cubicBezTo>
                  <a:cubicBezTo>
                    <a:pt x="0" y="26670"/>
                    <a:pt x="26670" y="0"/>
                    <a:pt x="59690" y="0"/>
                  </a:cubicBezTo>
                  <a:cubicBezTo>
                    <a:pt x="92710" y="0"/>
                    <a:pt x="119380" y="26670"/>
                    <a:pt x="119380" y="59690"/>
                  </a:cubicBezTo>
                  <a:close/>
                  <a:moveTo>
                    <a:pt x="406400" y="0"/>
                  </a:moveTo>
                  <a:cubicBezTo>
                    <a:pt x="373380" y="0"/>
                    <a:pt x="346710" y="26670"/>
                    <a:pt x="346710" y="59690"/>
                  </a:cubicBezTo>
                  <a:cubicBezTo>
                    <a:pt x="346710" y="92710"/>
                    <a:pt x="373380" y="119380"/>
                    <a:pt x="406400" y="119380"/>
                  </a:cubicBezTo>
                  <a:cubicBezTo>
                    <a:pt x="439420" y="119380"/>
                    <a:pt x="466090" y="92710"/>
                    <a:pt x="466090" y="59690"/>
                  </a:cubicBezTo>
                  <a:cubicBezTo>
                    <a:pt x="466090" y="26670"/>
                    <a:pt x="439420" y="0"/>
                    <a:pt x="406400" y="0"/>
                  </a:cubicBezTo>
                  <a:close/>
                  <a:moveTo>
                    <a:pt x="751840" y="0"/>
                  </a:moveTo>
                  <a:cubicBezTo>
                    <a:pt x="718820" y="0"/>
                    <a:pt x="692150" y="26670"/>
                    <a:pt x="692150" y="59690"/>
                  </a:cubicBezTo>
                  <a:cubicBezTo>
                    <a:pt x="692150" y="92710"/>
                    <a:pt x="718820" y="119380"/>
                    <a:pt x="751840" y="119380"/>
                  </a:cubicBezTo>
                  <a:cubicBezTo>
                    <a:pt x="784860" y="119380"/>
                    <a:pt x="811530" y="92710"/>
                    <a:pt x="811530" y="59690"/>
                  </a:cubicBezTo>
                  <a:cubicBezTo>
                    <a:pt x="811530" y="26670"/>
                    <a:pt x="784860" y="0"/>
                    <a:pt x="7518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gf2c60f424f_2_109"/>
            <p:cNvSpPr/>
            <p:nvPr/>
          </p:nvSpPr>
          <p:spPr>
            <a:xfrm>
              <a:off x="4114800" y="438150"/>
              <a:ext cx="269240" cy="5532120"/>
            </a:xfrm>
            <a:custGeom>
              <a:rect b="b" l="l" r="r" t="t"/>
              <a:pathLst>
                <a:path extrusionOk="0" h="5532120" w="269240">
                  <a:moveTo>
                    <a:pt x="269240" y="5532120"/>
                  </a:moveTo>
                  <a:lnTo>
                    <a:pt x="0" y="5532120"/>
                  </a:lnTo>
                  <a:lnTo>
                    <a:pt x="0" y="0"/>
                  </a:lnTo>
                  <a:lnTo>
                    <a:pt x="269240" y="0"/>
                  </a:lnTo>
                  <a:lnTo>
                    <a:pt x="269240" y="55321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73" name="Google Shape;373;gf2c60f424f_2_109"/>
            <p:cNvSpPr/>
            <p:nvPr/>
          </p:nvSpPr>
          <p:spPr>
            <a:xfrm>
              <a:off x="0" y="0"/>
              <a:ext cx="4434840" cy="6338570"/>
            </a:xfrm>
            <a:custGeom>
              <a:rect b="b" l="l" r="r" t="t"/>
              <a:pathLst>
                <a:path extrusionOk="0" h="6338570" w="4434840">
                  <a:moveTo>
                    <a:pt x="4147820" y="5826760"/>
                  </a:moveTo>
                  <a:lnTo>
                    <a:pt x="4182110" y="5788660"/>
                  </a:lnTo>
                  <a:lnTo>
                    <a:pt x="4250690" y="5849620"/>
                  </a:lnTo>
                  <a:lnTo>
                    <a:pt x="4319270" y="5788660"/>
                  </a:lnTo>
                  <a:lnTo>
                    <a:pt x="4353560" y="5826760"/>
                  </a:lnTo>
                  <a:lnTo>
                    <a:pt x="4251960" y="5919470"/>
                  </a:lnTo>
                  <a:lnTo>
                    <a:pt x="4147820" y="5826760"/>
                  </a:lnTo>
                  <a:close/>
                  <a:moveTo>
                    <a:pt x="4182110" y="5567680"/>
                  </a:moveTo>
                  <a:lnTo>
                    <a:pt x="4250690" y="5506720"/>
                  </a:lnTo>
                  <a:lnTo>
                    <a:pt x="4319270" y="5567680"/>
                  </a:lnTo>
                  <a:lnTo>
                    <a:pt x="4353560" y="5529580"/>
                  </a:lnTo>
                  <a:lnTo>
                    <a:pt x="4251960" y="5436870"/>
                  </a:lnTo>
                  <a:lnTo>
                    <a:pt x="4150360" y="5529580"/>
                  </a:lnTo>
                  <a:lnTo>
                    <a:pt x="4182110" y="5567680"/>
                  </a:lnTo>
                  <a:close/>
                  <a:moveTo>
                    <a:pt x="4434840" y="0"/>
                  </a:moveTo>
                  <a:lnTo>
                    <a:pt x="4434840" y="387350"/>
                  </a:lnTo>
                  <a:lnTo>
                    <a:pt x="4434840" y="438150"/>
                  </a:lnTo>
                  <a:lnTo>
                    <a:pt x="4434840" y="5351780"/>
                  </a:lnTo>
                  <a:lnTo>
                    <a:pt x="4434840" y="5403850"/>
                  </a:lnTo>
                  <a:lnTo>
                    <a:pt x="4434840" y="5660390"/>
                  </a:lnTo>
                  <a:lnTo>
                    <a:pt x="4434840" y="5721350"/>
                  </a:lnTo>
                  <a:lnTo>
                    <a:pt x="4434840" y="5969000"/>
                  </a:lnTo>
                  <a:lnTo>
                    <a:pt x="4434840" y="6029960"/>
                  </a:lnTo>
                  <a:lnTo>
                    <a:pt x="4434840" y="6338570"/>
                  </a:lnTo>
                  <a:lnTo>
                    <a:pt x="4064000" y="6338570"/>
                  </a:lnTo>
                  <a:lnTo>
                    <a:pt x="4064000" y="6338570"/>
                  </a:lnTo>
                  <a:lnTo>
                    <a:pt x="0" y="6338570"/>
                  </a:lnTo>
                  <a:lnTo>
                    <a:pt x="0" y="436880"/>
                  </a:lnTo>
                  <a:lnTo>
                    <a:pt x="0" y="436880"/>
                  </a:lnTo>
                  <a:lnTo>
                    <a:pt x="0" y="0"/>
                  </a:lnTo>
                  <a:lnTo>
                    <a:pt x="4434840" y="0"/>
                  </a:lnTo>
                  <a:close/>
                  <a:moveTo>
                    <a:pt x="50800" y="386080"/>
                  </a:moveTo>
                  <a:lnTo>
                    <a:pt x="4384040" y="386080"/>
                  </a:lnTo>
                  <a:lnTo>
                    <a:pt x="4384040" y="50800"/>
                  </a:lnTo>
                  <a:lnTo>
                    <a:pt x="50800" y="50800"/>
                  </a:lnTo>
                  <a:lnTo>
                    <a:pt x="50800" y="386080"/>
                  </a:lnTo>
                  <a:close/>
                  <a:moveTo>
                    <a:pt x="4064000" y="6031230"/>
                  </a:moveTo>
                  <a:lnTo>
                    <a:pt x="4064000" y="5970270"/>
                  </a:lnTo>
                  <a:lnTo>
                    <a:pt x="4064000" y="5722620"/>
                  </a:lnTo>
                  <a:lnTo>
                    <a:pt x="4064000" y="5661660"/>
                  </a:lnTo>
                  <a:lnTo>
                    <a:pt x="4064000" y="5405120"/>
                  </a:lnTo>
                  <a:lnTo>
                    <a:pt x="4064000" y="5353050"/>
                  </a:lnTo>
                  <a:lnTo>
                    <a:pt x="4064000" y="436880"/>
                  </a:lnTo>
                  <a:lnTo>
                    <a:pt x="50800" y="436880"/>
                  </a:lnTo>
                  <a:lnTo>
                    <a:pt x="50800" y="6289040"/>
                  </a:lnTo>
                  <a:lnTo>
                    <a:pt x="4064000" y="6289040"/>
                  </a:lnTo>
                  <a:lnTo>
                    <a:pt x="4064000" y="6031230"/>
                  </a:lnTo>
                  <a:close/>
                  <a:moveTo>
                    <a:pt x="4384040" y="5403850"/>
                  </a:moveTo>
                  <a:lnTo>
                    <a:pt x="4114800" y="5403850"/>
                  </a:lnTo>
                  <a:lnTo>
                    <a:pt x="4114800" y="5660390"/>
                  </a:lnTo>
                  <a:lnTo>
                    <a:pt x="4384040" y="5660390"/>
                  </a:lnTo>
                  <a:lnTo>
                    <a:pt x="4384040" y="5403850"/>
                  </a:lnTo>
                  <a:close/>
                  <a:moveTo>
                    <a:pt x="4114800" y="5721350"/>
                  </a:moveTo>
                  <a:lnTo>
                    <a:pt x="4114800" y="5969000"/>
                  </a:lnTo>
                  <a:lnTo>
                    <a:pt x="4384040" y="5969000"/>
                  </a:lnTo>
                  <a:lnTo>
                    <a:pt x="4384040" y="5721350"/>
                  </a:lnTo>
                  <a:lnTo>
                    <a:pt x="4114800" y="5721350"/>
                  </a:lnTo>
                  <a:close/>
                  <a:moveTo>
                    <a:pt x="4384040" y="6031230"/>
                  </a:moveTo>
                  <a:lnTo>
                    <a:pt x="4114800" y="6031230"/>
                  </a:lnTo>
                  <a:lnTo>
                    <a:pt x="4114800" y="6289040"/>
                  </a:lnTo>
                  <a:lnTo>
                    <a:pt x="4384040" y="6289040"/>
                  </a:lnTo>
                  <a:lnTo>
                    <a:pt x="4384040" y="6031230"/>
                  </a:lnTo>
                  <a:close/>
                  <a:moveTo>
                    <a:pt x="4384040" y="5351780"/>
                  </a:moveTo>
                  <a:lnTo>
                    <a:pt x="4384040" y="438150"/>
                  </a:lnTo>
                  <a:lnTo>
                    <a:pt x="4114800" y="438150"/>
                  </a:lnTo>
                  <a:lnTo>
                    <a:pt x="4114800" y="5351780"/>
                  </a:lnTo>
                  <a:lnTo>
                    <a:pt x="4384040" y="5351780"/>
                  </a:lnTo>
                  <a:close/>
                  <a:moveTo>
                    <a:pt x="367030" y="224790"/>
                  </a:moveTo>
                  <a:cubicBezTo>
                    <a:pt x="367030" y="285750"/>
                    <a:pt x="317500" y="335280"/>
                    <a:pt x="256540" y="335280"/>
                  </a:cubicBezTo>
                  <a:cubicBezTo>
                    <a:pt x="195580" y="335280"/>
                    <a:pt x="146050" y="285750"/>
                    <a:pt x="146050" y="224790"/>
                  </a:cubicBezTo>
                  <a:cubicBezTo>
                    <a:pt x="146050" y="163830"/>
                    <a:pt x="195580" y="114300"/>
                    <a:pt x="256540" y="114300"/>
                  </a:cubicBezTo>
                  <a:cubicBezTo>
                    <a:pt x="317500" y="114300"/>
                    <a:pt x="367030" y="163830"/>
                    <a:pt x="367030" y="224790"/>
                  </a:cubicBezTo>
                  <a:close/>
                  <a:moveTo>
                    <a:pt x="316230" y="224790"/>
                  </a:moveTo>
                  <a:cubicBezTo>
                    <a:pt x="316230" y="191770"/>
                    <a:pt x="289560" y="165100"/>
                    <a:pt x="256540" y="165100"/>
                  </a:cubicBezTo>
                  <a:cubicBezTo>
                    <a:pt x="223520" y="165100"/>
                    <a:pt x="196850" y="191770"/>
                    <a:pt x="196850" y="224790"/>
                  </a:cubicBezTo>
                  <a:cubicBezTo>
                    <a:pt x="196850" y="257810"/>
                    <a:pt x="223520" y="284480"/>
                    <a:pt x="256540" y="284480"/>
                  </a:cubicBezTo>
                  <a:cubicBezTo>
                    <a:pt x="289560" y="285750"/>
                    <a:pt x="316230" y="257810"/>
                    <a:pt x="316230" y="224790"/>
                  </a:cubicBezTo>
                  <a:close/>
                  <a:moveTo>
                    <a:pt x="713740" y="224790"/>
                  </a:moveTo>
                  <a:cubicBezTo>
                    <a:pt x="713740" y="285750"/>
                    <a:pt x="664210" y="335280"/>
                    <a:pt x="603250" y="335280"/>
                  </a:cubicBezTo>
                  <a:cubicBezTo>
                    <a:pt x="542290" y="335280"/>
                    <a:pt x="492760" y="285750"/>
                    <a:pt x="492760" y="224790"/>
                  </a:cubicBezTo>
                  <a:cubicBezTo>
                    <a:pt x="492760" y="163830"/>
                    <a:pt x="541020" y="114300"/>
                    <a:pt x="603250" y="114300"/>
                  </a:cubicBezTo>
                  <a:cubicBezTo>
                    <a:pt x="664210" y="114300"/>
                    <a:pt x="713740" y="163830"/>
                    <a:pt x="713740" y="224790"/>
                  </a:cubicBezTo>
                  <a:close/>
                  <a:moveTo>
                    <a:pt x="662940" y="224790"/>
                  </a:moveTo>
                  <a:cubicBezTo>
                    <a:pt x="662940" y="191770"/>
                    <a:pt x="636270" y="165100"/>
                    <a:pt x="603250" y="165100"/>
                  </a:cubicBezTo>
                  <a:cubicBezTo>
                    <a:pt x="570230" y="165100"/>
                    <a:pt x="543560" y="191770"/>
                    <a:pt x="543560" y="224790"/>
                  </a:cubicBezTo>
                  <a:cubicBezTo>
                    <a:pt x="543560" y="257810"/>
                    <a:pt x="570230" y="284480"/>
                    <a:pt x="603250" y="284480"/>
                  </a:cubicBezTo>
                  <a:cubicBezTo>
                    <a:pt x="636270" y="285750"/>
                    <a:pt x="662940" y="257810"/>
                    <a:pt x="662940" y="224790"/>
                  </a:cubicBezTo>
                  <a:close/>
                  <a:moveTo>
                    <a:pt x="1060450" y="224790"/>
                  </a:moveTo>
                  <a:cubicBezTo>
                    <a:pt x="1060450" y="285750"/>
                    <a:pt x="1010920" y="335280"/>
                    <a:pt x="949960" y="335280"/>
                  </a:cubicBezTo>
                  <a:cubicBezTo>
                    <a:pt x="889000" y="335280"/>
                    <a:pt x="839470" y="285750"/>
                    <a:pt x="839470" y="224790"/>
                  </a:cubicBezTo>
                  <a:cubicBezTo>
                    <a:pt x="839470" y="163830"/>
                    <a:pt x="887730" y="114300"/>
                    <a:pt x="948690" y="114300"/>
                  </a:cubicBezTo>
                  <a:cubicBezTo>
                    <a:pt x="1009650" y="114300"/>
                    <a:pt x="1060450" y="163830"/>
                    <a:pt x="1060450" y="224790"/>
                  </a:cubicBezTo>
                  <a:close/>
                  <a:moveTo>
                    <a:pt x="1009650" y="224790"/>
                  </a:moveTo>
                  <a:cubicBezTo>
                    <a:pt x="1009650" y="191770"/>
                    <a:pt x="982980" y="165100"/>
                    <a:pt x="949960" y="165100"/>
                  </a:cubicBezTo>
                  <a:cubicBezTo>
                    <a:pt x="916940" y="165100"/>
                    <a:pt x="890270" y="191770"/>
                    <a:pt x="890270" y="224790"/>
                  </a:cubicBezTo>
                  <a:cubicBezTo>
                    <a:pt x="890270" y="257810"/>
                    <a:pt x="916940" y="284480"/>
                    <a:pt x="949960" y="284480"/>
                  </a:cubicBezTo>
                  <a:cubicBezTo>
                    <a:pt x="981710" y="285750"/>
                    <a:pt x="1009650" y="257810"/>
                    <a:pt x="1009650" y="224790"/>
                  </a:cubicBezTo>
                  <a:close/>
                  <a:moveTo>
                    <a:pt x="1207770" y="304800"/>
                  </a:moveTo>
                  <a:lnTo>
                    <a:pt x="4263390" y="304800"/>
                  </a:lnTo>
                  <a:lnTo>
                    <a:pt x="4263390" y="254000"/>
                  </a:lnTo>
                  <a:lnTo>
                    <a:pt x="1207770" y="254000"/>
                  </a:lnTo>
                  <a:lnTo>
                    <a:pt x="1207770" y="304800"/>
                  </a:lnTo>
                  <a:close/>
                  <a:moveTo>
                    <a:pt x="1207770" y="177800"/>
                  </a:moveTo>
                  <a:lnTo>
                    <a:pt x="4263390" y="177800"/>
                  </a:lnTo>
                  <a:lnTo>
                    <a:pt x="4263390" y="127000"/>
                  </a:lnTo>
                  <a:lnTo>
                    <a:pt x="1207770" y="127000"/>
                  </a:lnTo>
                  <a:lnTo>
                    <a:pt x="1207770" y="177800"/>
                  </a:lnTo>
                  <a:close/>
                </a:path>
              </a:pathLst>
            </a:custGeom>
            <a:solidFill>
              <a:srgbClr val="2938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4" name="Google Shape;374;gf2c60f424f_2_109"/>
          <p:cNvSpPr txBox="1"/>
          <p:nvPr/>
        </p:nvSpPr>
        <p:spPr>
          <a:xfrm>
            <a:off x="8724991" y="873175"/>
            <a:ext cx="8115300" cy="13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50" u="none" cap="none" strike="noStrike">
                <a:solidFill>
                  <a:srgbClr val="2938F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HTML Editor</a:t>
            </a:r>
            <a:endParaRPr b="1" sz="90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5" name="Google Shape;375;gf2c60f424f_2_109"/>
          <p:cNvSpPr txBox="1"/>
          <p:nvPr/>
        </p:nvSpPr>
        <p:spPr>
          <a:xfrm>
            <a:off x="8724991" y="7223788"/>
            <a:ext cx="8115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3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gf2c60f424f_2_109"/>
          <p:cNvSpPr txBox="1"/>
          <p:nvPr/>
        </p:nvSpPr>
        <p:spPr>
          <a:xfrm>
            <a:off x="-1514692" y="2438628"/>
            <a:ext cx="14297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gf2c60f424f_2_109"/>
          <p:cNvSpPr txBox="1"/>
          <p:nvPr/>
        </p:nvSpPr>
        <p:spPr>
          <a:xfrm>
            <a:off x="8197750" y="3559775"/>
            <a:ext cx="9169800" cy="54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38150" lvl="0" marL="457200" marR="0" rtl="0" algn="l">
              <a:lnSpc>
                <a:spcPct val="139966"/>
              </a:lnSpc>
              <a:spcBef>
                <a:spcPts val="0"/>
              </a:spcBef>
              <a:spcAft>
                <a:spcPts val="0"/>
              </a:spcAft>
              <a:buClr>
                <a:srgbClr val="2938FA"/>
              </a:buClr>
              <a:buSzPts val="3300"/>
              <a:buFont typeface="VT323"/>
              <a:buChar char="●"/>
            </a:pPr>
            <a:r>
              <a:rPr lang="en-US" sz="3300">
                <a:solidFill>
                  <a:srgbClr val="2938FA"/>
                </a:solidFill>
                <a:latin typeface="VT323"/>
                <a:ea typeface="VT323"/>
                <a:cs typeface="VT323"/>
                <a:sym typeface="VT323"/>
              </a:rPr>
              <a:t>Rich Text Editor based on the editing features of HTML5</a:t>
            </a:r>
            <a:endParaRPr b="0" i="0" sz="3300" u="none" cap="none" strike="noStrike">
              <a:solidFill>
                <a:srgbClr val="2938FA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0" lvl="0" marL="457200" marR="0" rtl="0" algn="l">
              <a:lnSpc>
                <a:spcPct val="1399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>
              <a:solidFill>
                <a:srgbClr val="2938FA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-438150" lvl="0" marL="457200" marR="0" rtl="0" algn="l">
              <a:lnSpc>
                <a:spcPct val="139966"/>
              </a:lnSpc>
              <a:spcBef>
                <a:spcPts val="0"/>
              </a:spcBef>
              <a:spcAft>
                <a:spcPts val="0"/>
              </a:spcAft>
              <a:buClr>
                <a:srgbClr val="2938FA"/>
              </a:buClr>
              <a:buSzPts val="3300"/>
              <a:buFont typeface="VT323"/>
              <a:buChar char="●"/>
            </a:pPr>
            <a:r>
              <a:rPr lang="en-US" sz="3300">
                <a:solidFill>
                  <a:srgbClr val="2938FA"/>
                </a:solidFill>
                <a:latin typeface="VT323"/>
                <a:ea typeface="VT323"/>
                <a:cs typeface="VT323"/>
                <a:sym typeface="VT323"/>
              </a:rPr>
              <a:t>Text Formatting</a:t>
            </a:r>
            <a:endParaRPr sz="3300">
              <a:solidFill>
                <a:srgbClr val="2938FA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0" lvl="0" marL="457200" marR="0" rtl="0" algn="l">
              <a:lnSpc>
                <a:spcPct val="1399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>
              <a:solidFill>
                <a:srgbClr val="2938FA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-438150" lvl="0" marL="457200" marR="0" rtl="0" algn="l">
              <a:lnSpc>
                <a:spcPct val="139966"/>
              </a:lnSpc>
              <a:spcBef>
                <a:spcPts val="0"/>
              </a:spcBef>
              <a:spcAft>
                <a:spcPts val="0"/>
              </a:spcAft>
              <a:buClr>
                <a:srgbClr val="2938FA"/>
              </a:buClr>
              <a:buSzPts val="3300"/>
              <a:buFont typeface="VT323"/>
              <a:buChar char="●"/>
            </a:pPr>
            <a:r>
              <a:rPr lang="en-US" sz="3300">
                <a:solidFill>
                  <a:srgbClr val="2938FA"/>
                </a:solidFill>
                <a:latin typeface="VT323"/>
                <a:ea typeface="VT323"/>
                <a:cs typeface="VT323"/>
                <a:sym typeface="VT323"/>
              </a:rPr>
              <a:t>Layout modification and changing the appearance of a text</a:t>
            </a:r>
            <a:endParaRPr sz="3300">
              <a:solidFill>
                <a:srgbClr val="2938FA"/>
              </a:solidFill>
              <a:latin typeface="VT323"/>
              <a:ea typeface="VT323"/>
              <a:cs typeface="VT323"/>
              <a:sym typeface="VT323"/>
            </a:endParaRPr>
          </a:p>
          <a:p>
            <a:pPr indent="0" lvl="0" marL="457200" marR="0" rtl="0" algn="l">
              <a:lnSpc>
                <a:spcPct val="1399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2938FA"/>
              </a:solidFill>
              <a:latin typeface="VT323"/>
              <a:ea typeface="VT323"/>
              <a:cs typeface="VT323"/>
              <a:sym typeface="VT323"/>
            </a:endParaRPr>
          </a:p>
        </p:txBody>
      </p:sp>
      <p:sp>
        <p:nvSpPr>
          <p:cNvPr id="378" name="Google Shape;378;gf2c60f424f_2_109"/>
          <p:cNvSpPr txBox="1"/>
          <p:nvPr/>
        </p:nvSpPr>
        <p:spPr>
          <a:xfrm>
            <a:off x="4547167" y="9728012"/>
            <a:ext cx="134694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00">
                <a:solidFill>
                  <a:srgbClr val="2938FA"/>
                </a:solidFill>
              </a:rPr>
              <a:t>JavaFX GUI Components (2) • Part 3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2938FA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EAF3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3" name="Google Shape;383;gf2c60f424f_2_128"/>
          <p:cNvGrpSpPr/>
          <p:nvPr/>
        </p:nvGrpSpPr>
        <p:grpSpPr>
          <a:xfrm>
            <a:off x="11747834" y="4550347"/>
            <a:ext cx="6059654" cy="4821964"/>
            <a:chOff x="0" y="0"/>
            <a:chExt cx="6357836" cy="4813300"/>
          </a:xfrm>
        </p:grpSpPr>
        <p:sp>
          <p:nvSpPr>
            <p:cNvPr id="384" name="Google Shape;384;gf2c60f424f_2_128"/>
            <p:cNvSpPr/>
            <p:nvPr/>
          </p:nvSpPr>
          <p:spPr>
            <a:xfrm>
              <a:off x="5296" y="76210"/>
              <a:ext cx="6352540" cy="4729070"/>
            </a:xfrm>
            <a:custGeom>
              <a:rect b="b" l="l" r="r" t="t"/>
              <a:pathLst>
                <a:path extrusionOk="0" h="4085590" w="6197600">
                  <a:moveTo>
                    <a:pt x="6197600" y="4085590"/>
                  </a:moveTo>
                  <a:lnTo>
                    <a:pt x="0" y="4085590"/>
                  </a:lnTo>
                  <a:lnTo>
                    <a:pt x="0" y="0"/>
                  </a:lnTo>
                  <a:lnTo>
                    <a:pt x="6197600" y="0"/>
                  </a:lnTo>
                  <a:lnTo>
                    <a:pt x="6197600" y="408559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1299" l="1198" r="1198" t="10650"/>
              </a:stretch>
            </a:blipFill>
            <a:ln>
              <a:noFill/>
            </a:ln>
          </p:spPr>
        </p:sp>
        <p:sp>
          <p:nvSpPr>
            <p:cNvPr id="385" name="Google Shape;385;gf2c60f424f_2_128"/>
            <p:cNvSpPr/>
            <p:nvPr/>
          </p:nvSpPr>
          <p:spPr>
            <a:xfrm>
              <a:off x="76200" y="76200"/>
              <a:ext cx="6197600" cy="500380"/>
            </a:xfrm>
            <a:custGeom>
              <a:rect b="b" l="l" r="r" t="t"/>
              <a:pathLst>
                <a:path extrusionOk="0" h="500380" w="6197600">
                  <a:moveTo>
                    <a:pt x="0" y="0"/>
                  </a:moveTo>
                  <a:lnTo>
                    <a:pt x="6197600" y="0"/>
                  </a:lnTo>
                  <a:lnTo>
                    <a:pt x="6197600" y="500380"/>
                  </a:lnTo>
                  <a:lnTo>
                    <a:pt x="0" y="500380"/>
                  </a:lnTo>
                  <a:close/>
                </a:path>
              </a:pathLst>
            </a:custGeom>
            <a:solidFill>
              <a:srgbClr val="F1A5D6"/>
            </a:solidFill>
            <a:ln>
              <a:noFill/>
            </a:ln>
          </p:spPr>
        </p:sp>
        <p:sp>
          <p:nvSpPr>
            <p:cNvPr id="386" name="Google Shape;386;gf2c60f424f_2_128"/>
            <p:cNvSpPr/>
            <p:nvPr/>
          </p:nvSpPr>
          <p:spPr>
            <a:xfrm>
              <a:off x="0" y="0"/>
              <a:ext cx="6350000" cy="4813300"/>
            </a:xfrm>
            <a:custGeom>
              <a:rect b="b" l="l" r="r" t="t"/>
              <a:pathLst>
                <a:path extrusionOk="0" h="4813300" w="6350000">
                  <a:moveTo>
                    <a:pt x="0" y="0"/>
                  </a:moveTo>
                  <a:lnTo>
                    <a:pt x="0" y="575310"/>
                  </a:lnTo>
                  <a:lnTo>
                    <a:pt x="0" y="652780"/>
                  </a:lnTo>
                  <a:lnTo>
                    <a:pt x="0" y="4813300"/>
                  </a:lnTo>
                  <a:lnTo>
                    <a:pt x="6350000" y="4813300"/>
                  </a:lnTo>
                  <a:lnTo>
                    <a:pt x="6350000" y="652780"/>
                  </a:lnTo>
                  <a:lnTo>
                    <a:pt x="6350000" y="575310"/>
                  </a:lnTo>
                  <a:lnTo>
                    <a:pt x="6350000" y="0"/>
                  </a:lnTo>
                  <a:lnTo>
                    <a:pt x="0" y="0"/>
                  </a:lnTo>
                  <a:close/>
                  <a:moveTo>
                    <a:pt x="6273800" y="4737100"/>
                  </a:moveTo>
                  <a:lnTo>
                    <a:pt x="76200" y="4737100"/>
                  </a:lnTo>
                  <a:lnTo>
                    <a:pt x="76200" y="652780"/>
                  </a:lnTo>
                  <a:lnTo>
                    <a:pt x="6273800" y="652780"/>
                  </a:lnTo>
                  <a:lnTo>
                    <a:pt x="6273800" y="4737100"/>
                  </a:lnTo>
                  <a:close/>
                  <a:moveTo>
                    <a:pt x="6273800" y="575310"/>
                  </a:moveTo>
                  <a:lnTo>
                    <a:pt x="76200" y="575310"/>
                  </a:lnTo>
                  <a:lnTo>
                    <a:pt x="76200" y="76200"/>
                  </a:lnTo>
                  <a:lnTo>
                    <a:pt x="6273800" y="76200"/>
                  </a:lnTo>
                  <a:lnTo>
                    <a:pt x="6273800" y="575310"/>
                  </a:lnTo>
                  <a:close/>
                  <a:moveTo>
                    <a:pt x="285750" y="320040"/>
                  </a:moveTo>
                  <a:cubicBezTo>
                    <a:pt x="285750" y="259080"/>
                    <a:pt x="335280" y="209550"/>
                    <a:pt x="396240" y="209550"/>
                  </a:cubicBezTo>
                  <a:cubicBezTo>
                    <a:pt x="457200" y="209550"/>
                    <a:pt x="506730" y="259080"/>
                    <a:pt x="506730" y="320040"/>
                  </a:cubicBezTo>
                  <a:cubicBezTo>
                    <a:pt x="506730" y="381000"/>
                    <a:pt x="458470" y="431800"/>
                    <a:pt x="396240" y="431800"/>
                  </a:cubicBezTo>
                  <a:cubicBezTo>
                    <a:pt x="335280" y="431800"/>
                    <a:pt x="285750" y="382270"/>
                    <a:pt x="285750" y="320040"/>
                  </a:cubicBezTo>
                  <a:close/>
                  <a:moveTo>
                    <a:pt x="660400" y="320040"/>
                  </a:moveTo>
                  <a:cubicBezTo>
                    <a:pt x="660400" y="259080"/>
                    <a:pt x="709930" y="209550"/>
                    <a:pt x="770890" y="209550"/>
                  </a:cubicBezTo>
                  <a:cubicBezTo>
                    <a:pt x="831850" y="209550"/>
                    <a:pt x="881380" y="259080"/>
                    <a:pt x="881380" y="320040"/>
                  </a:cubicBezTo>
                  <a:cubicBezTo>
                    <a:pt x="881380" y="381000"/>
                    <a:pt x="833120" y="431800"/>
                    <a:pt x="772160" y="431800"/>
                  </a:cubicBezTo>
                  <a:cubicBezTo>
                    <a:pt x="711200" y="431800"/>
                    <a:pt x="660400" y="382270"/>
                    <a:pt x="660400" y="320040"/>
                  </a:cubicBezTo>
                  <a:close/>
                  <a:moveTo>
                    <a:pt x="1036320" y="320040"/>
                  </a:moveTo>
                  <a:cubicBezTo>
                    <a:pt x="1036320" y="259080"/>
                    <a:pt x="1085850" y="209550"/>
                    <a:pt x="1146810" y="209550"/>
                  </a:cubicBezTo>
                  <a:cubicBezTo>
                    <a:pt x="1207770" y="209550"/>
                    <a:pt x="1257300" y="259080"/>
                    <a:pt x="1257300" y="320040"/>
                  </a:cubicBezTo>
                  <a:cubicBezTo>
                    <a:pt x="1257300" y="381000"/>
                    <a:pt x="1207770" y="431800"/>
                    <a:pt x="1146810" y="431800"/>
                  </a:cubicBezTo>
                  <a:cubicBezTo>
                    <a:pt x="1085850" y="431800"/>
                    <a:pt x="1036320" y="382270"/>
                    <a:pt x="1036320" y="320040"/>
                  </a:cubicBezTo>
                  <a:close/>
                  <a:moveTo>
                    <a:pt x="6018530" y="274320"/>
                  </a:moveTo>
                  <a:lnTo>
                    <a:pt x="1457960" y="274320"/>
                  </a:lnTo>
                  <a:lnTo>
                    <a:pt x="1457960" y="198120"/>
                  </a:lnTo>
                  <a:lnTo>
                    <a:pt x="6018530" y="198120"/>
                  </a:lnTo>
                  <a:lnTo>
                    <a:pt x="6018530" y="274320"/>
                  </a:lnTo>
                  <a:close/>
                  <a:moveTo>
                    <a:pt x="6018530" y="444500"/>
                  </a:moveTo>
                  <a:lnTo>
                    <a:pt x="1457960" y="444500"/>
                  </a:lnTo>
                  <a:lnTo>
                    <a:pt x="1457960" y="368300"/>
                  </a:lnTo>
                  <a:lnTo>
                    <a:pt x="6018530" y="368300"/>
                  </a:lnTo>
                  <a:lnTo>
                    <a:pt x="6018530" y="444500"/>
                  </a:lnTo>
                  <a:close/>
                </a:path>
              </a:pathLst>
            </a:custGeom>
            <a:solidFill>
              <a:srgbClr val="2938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7" name="Google Shape;387;gf2c60f424f_2_128"/>
          <p:cNvGrpSpPr/>
          <p:nvPr/>
        </p:nvGrpSpPr>
        <p:grpSpPr>
          <a:xfrm>
            <a:off x="6175429" y="3391766"/>
            <a:ext cx="6187512" cy="4821964"/>
            <a:chOff x="-6" y="0"/>
            <a:chExt cx="6491986" cy="4813300"/>
          </a:xfrm>
        </p:grpSpPr>
        <p:sp>
          <p:nvSpPr>
            <p:cNvPr id="388" name="Google Shape;388;gf2c60f424f_2_128"/>
            <p:cNvSpPr/>
            <p:nvPr/>
          </p:nvSpPr>
          <p:spPr>
            <a:xfrm>
              <a:off x="-6" y="265043"/>
              <a:ext cx="6491986" cy="4545219"/>
            </a:xfrm>
            <a:custGeom>
              <a:rect b="b" l="l" r="r" t="t"/>
              <a:pathLst>
                <a:path extrusionOk="0" h="4085590" w="6197600">
                  <a:moveTo>
                    <a:pt x="6197600" y="4085590"/>
                  </a:moveTo>
                  <a:lnTo>
                    <a:pt x="0" y="4085590"/>
                  </a:lnTo>
                  <a:lnTo>
                    <a:pt x="0" y="0"/>
                  </a:lnTo>
                  <a:lnTo>
                    <a:pt x="6197600" y="0"/>
                  </a:lnTo>
                  <a:lnTo>
                    <a:pt x="6197600" y="408559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-3236" l="1198" r="1198" t="8713"/>
              </a:stretch>
            </a:blipFill>
            <a:ln>
              <a:noFill/>
            </a:ln>
          </p:spPr>
        </p:sp>
        <p:sp>
          <p:nvSpPr>
            <p:cNvPr id="389" name="Google Shape;389;gf2c60f424f_2_128"/>
            <p:cNvSpPr/>
            <p:nvPr/>
          </p:nvSpPr>
          <p:spPr>
            <a:xfrm>
              <a:off x="76200" y="76200"/>
              <a:ext cx="6197600" cy="500380"/>
            </a:xfrm>
            <a:custGeom>
              <a:rect b="b" l="l" r="r" t="t"/>
              <a:pathLst>
                <a:path extrusionOk="0" h="500380" w="6197600">
                  <a:moveTo>
                    <a:pt x="0" y="0"/>
                  </a:moveTo>
                  <a:lnTo>
                    <a:pt x="6197600" y="0"/>
                  </a:lnTo>
                  <a:lnTo>
                    <a:pt x="6197600" y="500380"/>
                  </a:lnTo>
                  <a:lnTo>
                    <a:pt x="0" y="500380"/>
                  </a:lnTo>
                  <a:close/>
                </a:path>
              </a:pathLst>
            </a:custGeom>
            <a:solidFill>
              <a:srgbClr val="F1A5D6"/>
            </a:solidFill>
            <a:ln>
              <a:noFill/>
            </a:ln>
          </p:spPr>
        </p:sp>
        <p:sp>
          <p:nvSpPr>
            <p:cNvPr id="390" name="Google Shape;390;gf2c60f424f_2_128"/>
            <p:cNvSpPr/>
            <p:nvPr/>
          </p:nvSpPr>
          <p:spPr>
            <a:xfrm>
              <a:off x="0" y="0"/>
              <a:ext cx="6350000" cy="4813300"/>
            </a:xfrm>
            <a:custGeom>
              <a:rect b="b" l="l" r="r" t="t"/>
              <a:pathLst>
                <a:path extrusionOk="0" h="4813300" w="6350000">
                  <a:moveTo>
                    <a:pt x="0" y="0"/>
                  </a:moveTo>
                  <a:lnTo>
                    <a:pt x="0" y="575310"/>
                  </a:lnTo>
                  <a:lnTo>
                    <a:pt x="0" y="652780"/>
                  </a:lnTo>
                  <a:lnTo>
                    <a:pt x="0" y="4813300"/>
                  </a:lnTo>
                  <a:lnTo>
                    <a:pt x="6350000" y="4813300"/>
                  </a:lnTo>
                  <a:lnTo>
                    <a:pt x="6350000" y="652780"/>
                  </a:lnTo>
                  <a:lnTo>
                    <a:pt x="6350000" y="575310"/>
                  </a:lnTo>
                  <a:lnTo>
                    <a:pt x="6350000" y="0"/>
                  </a:lnTo>
                  <a:lnTo>
                    <a:pt x="0" y="0"/>
                  </a:lnTo>
                  <a:close/>
                  <a:moveTo>
                    <a:pt x="6273800" y="4737100"/>
                  </a:moveTo>
                  <a:lnTo>
                    <a:pt x="76200" y="4737100"/>
                  </a:lnTo>
                  <a:lnTo>
                    <a:pt x="76200" y="652780"/>
                  </a:lnTo>
                  <a:lnTo>
                    <a:pt x="6273800" y="652780"/>
                  </a:lnTo>
                  <a:lnTo>
                    <a:pt x="6273800" y="4737100"/>
                  </a:lnTo>
                  <a:close/>
                  <a:moveTo>
                    <a:pt x="6273800" y="575310"/>
                  </a:moveTo>
                  <a:lnTo>
                    <a:pt x="76200" y="575310"/>
                  </a:lnTo>
                  <a:lnTo>
                    <a:pt x="76200" y="76200"/>
                  </a:lnTo>
                  <a:lnTo>
                    <a:pt x="6273800" y="76200"/>
                  </a:lnTo>
                  <a:lnTo>
                    <a:pt x="6273800" y="575310"/>
                  </a:lnTo>
                  <a:close/>
                  <a:moveTo>
                    <a:pt x="285750" y="320040"/>
                  </a:moveTo>
                  <a:cubicBezTo>
                    <a:pt x="285750" y="259080"/>
                    <a:pt x="335280" y="209550"/>
                    <a:pt x="396240" y="209550"/>
                  </a:cubicBezTo>
                  <a:cubicBezTo>
                    <a:pt x="457200" y="209550"/>
                    <a:pt x="506730" y="259080"/>
                    <a:pt x="506730" y="320040"/>
                  </a:cubicBezTo>
                  <a:cubicBezTo>
                    <a:pt x="506730" y="381000"/>
                    <a:pt x="458470" y="431800"/>
                    <a:pt x="396240" y="431800"/>
                  </a:cubicBezTo>
                  <a:cubicBezTo>
                    <a:pt x="335280" y="431800"/>
                    <a:pt x="285750" y="382270"/>
                    <a:pt x="285750" y="320040"/>
                  </a:cubicBezTo>
                  <a:close/>
                  <a:moveTo>
                    <a:pt x="660400" y="320040"/>
                  </a:moveTo>
                  <a:cubicBezTo>
                    <a:pt x="660400" y="259080"/>
                    <a:pt x="709930" y="209550"/>
                    <a:pt x="770890" y="209550"/>
                  </a:cubicBezTo>
                  <a:cubicBezTo>
                    <a:pt x="831850" y="209550"/>
                    <a:pt x="881380" y="259080"/>
                    <a:pt x="881380" y="320040"/>
                  </a:cubicBezTo>
                  <a:cubicBezTo>
                    <a:pt x="881380" y="381000"/>
                    <a:pt x="833120" y="431800"/>
                    <a:pt x="772160" y="431800"/>
                  </a:cubicBezTo>
                  <a:cubicBezTo>
                    <a:pt x="711200" y="431800"/>
                    <a:pt x="660400" y="382270"/>
                    <a:pt x="660400" y="320040"/>
                  </a:cubicBezTo>
                  <a:close/>
                  <a:moveTo>
                    <a:pt x="1036320" y="320040"/>
                  </a:moveTo>
                  <a:cubicBezTo>
                    <a:pt x="1036320" y="259080"/>
                    <a:pt x="1085850" y="209550"/>
                    <a:pt x="1146810" y="209550"/>
                  </a:cubicBezTo>
                  <a:cubicBezTo>
                    <a:pt x="1207770" y="209550"/>
                    <a:pt x="1257300" y="259080"/>
                    <a:pt x="1257300" y="320040"/>
                  </a:cubicBezTo>
                  <a:cubicBezTo>
                    <a:pt x="1257300" y="381000"/>
                    <a:pt x="1207770" y="431800"/>
                    <a:pt x="1146810" y="431800"/>
                  </a:cubicBezTo>
                  <a:cubicBezTo>
                    <a:pt x="1085850" y="431800"/>
                    <a:pt x="1036320" y="382270"/>
                    <a:pt x="1036320" y="320040"/>
                  </a:cubicBezTo>
                  <a:close/>
                  <a:moveTo>
                    <a:pt x="6018530" y="274320"/>
                  </a:moveTo>
                  <a:lnTo>
                    <a:pt x="1457960" y="274320"/>
                  </a:lnTo>
                  <a:lnTo>
                    <a:pt x="1457960" y="198120"/>
                  </a:lnTo>
                  <a:lnTo>
                    <a:pt x="6018530" y="198120"/>
                  </a:lnTo>
                  <a:lnTo>
                    <a:pt x="6018530" y="274320"/>
                  </a:lnTo>
                  <a:close/>
                  <a:moveTo>
                    <a:pt x="6018530" y="444500"/>
                  </a:moveTo>
                  <a:lnTo>
                    <a:pt x="1457960" y="444500"/>
                  </a:lnTo>
                  <a:lnTo>
                    <a:pt x="1457960" y="368300"/>
                  </a:lnTo>
                  <a:lnTo>
                    <a:pt x="6018530" y="368300"/>
                  </a:lnTo>
                  <a:lnTo>
                    <a:pt x="6018530" y="444500"/>
                  </a:lnTo>
                  <a:close/>
                </a:path>
              </a:pathLst>
            </a:custGeom>
            <a:solidFill>
              <a:srgbClr val="2938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1" name="Google Shape;391;gf2c60f424f_2_128"/>
          <p:cNvGrpSpPr/>
          <p:nvPr/>
        </p:nvGrpSpPr>
        <p:grpSpPr>
          <a:xfrm>
            <a:off x="461794" y="2378601"/>
            <a:ext cx="6349953" cy="4824133"/>
            <a:chOff x="-148193" y="0"/>
            <a:chExt cx="6662420" cy="4815466"/>
          </a:xfrm>
        </p:grpSpPr>
        <p:sp>
          <p:nvSpPr>
            <p:cNvPr id="392" name="Google Shape;392;gf2c60f424f_2_128"/>
            <p:cNvSpPr/>
            <p:nvPr/>
          </p:nvSpPr>
          <p:spPr>
            <a:xfrm>
              <a:off x="-148193" y="76181"/>
              <a:ext cx="6662420" cy="4739284"/>
            </a:xfrm>
            <a:custGeom>
              <a:rect b="b" l="l" r="r" t="t"/>
              <a:pathLst>
                <a:path extrusionOk="0" h="4085590" w="6197600">
                  <a:moveTo>
                    <a:pt x="6197600" y="4085590"/>
                  </a:moveTo>
                  <a:lnTo>
                    <a:pt x="0" y="4085590"/>
                  </a:lnTo>
                  <a:lnTo>
                    <a:pt x="0" y="0"/>
                  </a:lnTo>
                  <a:lnTo>
                    <a:pt x="6197600" y="0"/>
                  </a:lnTo>
                  <a:lnTo>
                    <a:pt x="6197600" y="408559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-1191" l="1199" r="1199" t="10758"/>
              </a:stretch>
            </a:blipFill>
            <a:ln>
              <a:noFill/>
            </a:ln>
          </p:spPr>
        </p:sp>
        <p:sp>
          <p:nvSpPr>
            <p:cNvPr id="393" name="Google Shape;393;gf2c60f424f_2_128"/>
            <p:cNvSpPr/>
            <p:nvPr/>
          </p:nvSpPr>
          <p:spPr>
            <a:xfrm>
              <a:off x="76200" y="76200"/>
              <a:ext cx="6197600" cy="500380"/>
            </a:xfrm>
            <a:custGeom>
              <a:rect b="b" l="l" r="r" t="t"/>
              <a:pathLst>
                <a:path extrusionOk="0" h="500380" w="6197600">
                  <a:moveTo>
                    <a:pt x="0" y="0"/>
                  </a:moveTo>
                  <a:lnTo>
                    <a:pt x="6197600" y="0"/>
                  </a:lnTo>
                  <a:lnTo>
                    <a:pt x="6197600" y="500380"/>
                  </a:lnTo>
                  <a:lnTo>
                    <a:pt x="0" y="500380"/>
                  </a:lnTo>
                  <a:close/>
                </a:path>
              </a:pathLst>
            </a:custGeom>
            <a:solidFill>
              <a:srgbClr val="F1A5D6"/>
            </a:solidFill>
            <a:ln>
              <a:noFill/>
            </a:ln>
          </p:spPr>
        </p:sp>
        <p:sp>
          <p:nvSpPr>
            <p:cNvPr id="394" name="Google Shape;394;gf2c60f424f_2_128"/>
            <p:cNvSpPr/>
            <p:nvPr/>
          </p:nvSpPr>
          <p:spPr>
            <a:xfrm>
              <a:off x="0" y="0"/>
              <a:ext cx="6350000" cy="4813300"/>
            </a:xfrm>
            <a:custGeom>
              <a:rect b="b" l="l" r="r" t="t"/>
              <a:pathLst>
                <a:path extrusionOk="0" h="4813300" w="6350000">
                  <a:moveTo>
                    <a:pt x="0" y="0"/>
                  </a:moveTo>
                  <a:lnTo>
                    <a:pt x="0" y="575310"/>
                  </a:lnTo>
                  <a:lnTo>
                    <a:pt x="0" y="652780"/>
                  </a:lnTo>
                  <a:lnTo>
                    <a:pt x="0" y="4813300"/>
                  </a:lnTo>
                  <a:lnTo>
                    <a:pt x="6350000" y="4813300"/>
                  </a:lnTo>
                  <a:lnTo>
                    <a:pt x="6350000" y="652780"/>
                  </a:lnTo>
                  <a:lnTo>
                    <a:pt x="6350000" y="575310"/>
                  </a:lnTo>
                  <a:lnTo>
                    <a:pt x="6350000" y="0"/>
                  </a:lnTo>
                  <a:lnTo>
                    <a:pt x="0" y="0"/>
                  </a:lnTo>
                  <a:close/>
                  <a:moveTo>
                    <a:pt x="6273800" y="4737100"/>
                  </a:moveTo>
                  <a:lnTo>
                    <a:pt x="76200" y="4737100"/>
                  </a:lnTo>
                  <a:lnTo>
                    <a:pt x="76200" y="652780"/>
                  </a:lnTo>
                  <a:lnTo>
                    <a:pt x="6273800" y="652780"/>
                  </a:lnTo>
                  <a:lnTo>
                    <a:pt x="6273800" y="4737100"/>
                  </a:lnTo>
                  <a:close/>
                  <a:moveTo>
                    <a:pt x="6273800" y="575310"/>
                  </a:moveTo>
                  <a:lnTo>
                    <a:pt x="76200" y="575310"/>
                  </a:lnTo>
                  <a:lnTo>
                    <a:pt x="76200" y="76200"/>
                  </a:lnTo>
                  <a:lnTo>
                    <a:pt x="6273800" y="76200"/>
                  </a:lnTo>
                  <a:lnTo>
                    <a:pt x="6273800" y="575310"/>
                  </a:lnTo>
                  <a:close/>
                  <a:moveTo>
                    <a:pt x="285750" y="320040"/>
                  </a:moveTo>
                  <a:cubicBezTo>
                    <a:pt x="285750" y="259080"/>
                    <a:pt x="335280" y="209550"/>
                    <a:pt x="396240" y="209550"/>
                  </a:cubicBezTo>
                  <a:cubicBezTo>
                    <a:pt x="457200" y="209550"/>
                    <a:pt x="506730" y="259080"/>
                    <a:pt x="506730" y="320040"/>
                  </a:cubicBezTo>
                  <a:cubicBezTo>
                    <a:pt x="506730" y="381000"/>
                    <a:pt x="458470" y="431800"/>
                    <a:pt x="396240" y="431800"/>
                  </a:cubicBezTo>
                  <a:cubicBezTo>
                    <a:pt x="335280" y="431800"/>
                    <a:pt x="285750" y="382270"/>
                    <a:pt x="285750" y="320040"/>
                  </a:cubicBezTo>
                  <a:close/>
                  <a:moveTo>
                    <a:pt x="660400" y="320040"/>
                  </a:moveTo>
                  <a:cubicBezTo>
                    <a:pt x="660400" y="259080"/>
                    <a:pt x="709930" y="209550"/>
                    <a:pt x="770890" y="209550"/>
                  </a:cubicBezTo>
                  <a:cubicBezTo>
                    <a:pt x="831850" y="209550"/>
                    <a:pt x="881380" y="259080"/>
                    <a:pt x="881380" y="320040"/>
                  </a:cubicBezTo>
                  <a:cubicBezTo>
                    <a:pt x="881380" y="381000"/>
                    <a:pt x="833120" y="431800"/>
                    <a:pt x="772160" y="431800"/>
                  </a:cubicBezTo>
                  <a:cubicBezTo>
                    <a:pt x="711200" y="431800"/>
                    <a:pt x="660400" y="382270"/>
                    <a:pt x="660400" y="320040"/>
                  </a:cubicBezTo>
                  <a:close/>
                  <a:moveTo>
                    <a:pt x="1036320" y="320040"/>
                  </a:moveTo>
                  <a:cubicBezTo>
                    <a:pt x="1036320" y="259080"/>
                    <a:pt x="1085850" y="209550"/>
                    <a:pt x="1146810" y="209550"/>
                  </a:cubicBezTo>
                  <a:cubicBezTo>
                    <a:pt x="1207770" y="209550"/>
                    <a:pt x="1257300" y="259080"/>
                    <a:pt x="1257300" y="320040"/>
                  </a:cubicBezTo>
                  <a:cubicBezTo>
                    <a:pt x="1257300" y="381000"/>
                    <a:pt x="1207770" y="431800"/>
                    <a:pt x="1146810" y="431800"/>
                  </a:cubicBezTo>
                  <a:cubicBezTo>
                    <a:pt x="1085850" y="431800"/>
                    <a:pt x="1036320" y="382270"/>
                    <a:pt x="1036320" y="320040"/>
                  </a:cubicBezTo>
                  <a:close/>
                  <a:moveTo>
                    <a:pt x="6018530" y="274320"/>
                  </a:moveTo>
                  <a:lnTo>
                    <a:pt x="1457960" y="274320"/>
                  </a:lnTo>
                  <a:lnTo>
                    <a:pt x="1457960" y="198120"/>
                  </a:lnTo>
                  <a:lnTo>
                    <a:pt x="6018530" y="198120"/>
                  </a:lnTo>
                  <a:lnTo>
                    <a:pt x="6018530" y="274320"/>
                  </a:lnTo>
                  <a:close/>
                  <a:moveTo>
                    <a:pt x="6018530" y="444500"/>
                  </a:moveTo>
                  <a:lnTo>
                    <a:pt x="1457960" y="444500"/>
                  </a:lnTo>
                  <a:lnTo>
                    <a:pt x="1457960" y="368300"/>
                  </a:lnTo>
                  <a:lnTo>
                    <a:pt x="6018530" y="368300"/>
                  </a:lnTo>
                  <a:lnTo>
                    <a:pt x="6018530" y="444500"/>
                  </a:lnTo>
                  <a:close/>
                </a:path>
              </a:pathLst>
            </a:custGeom>
            <a:solidFill>
              <a:srgbClr val="2938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5" name="Google Shape;395;gf2c60f424f_2_128"/>
          <p:cNvSpPr txBox="1"/>
          <p:nvPr/>
        </p:nvSpPr>
        <p:spPr>
          <a:xfrm>
            <a:off x="603037" y="10420720"/>
            <a:ext cx="10626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6" name="Google Shape;396;gf2c60f424f_2_128"/>
          <p:cNvGrpSpPr/>
          <p:nvPr/>
        </p:nvGrpSpPr>
        <p:grpSpPr>
          <a:xfrm>
            <a:off x="6175435" y="8350356"/>
            <a:ext cx="8598972" cy="2703823"/>
            <a:chOff x="0" y="-66675"/>
            <a:chExt cx="10820400" cy="3236561"/>
          </a:xfrm>
        </p:grpSpPr>
        <p:sp>
          <p:nvSpPr>
            <p:cNvPr id="397" name="Google Shape;397;gf2c60f424f_2_128"/>
            <p:cNvSpPr txBox="1"/>
            <p:nvPr/>
          </p:nvSpPr>
          <p:spPr>
            <a:xfrm>
              <a:off x="0" y="-66675"/>
              <a:ext cx="10820400" cy="58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4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199" u="none" cap="none" strike="noStrike">
                  <a:solidFill>
                    <a:srgbClr val="2938FA"/>
                  </a:solidFill>
                  <a:latin typeface="VT323"/>
                  <a:ea typeface="VT323"/>
                  <a:cs typeface="VT323"/>
                  <a:sym typeface="VT323"/>
                </a:rPr>
                <a:t>CHOOSING A FILE TYPE</a:t>
              </a:r>
              <a:endParaRPr/>
            </a:p>
          </p:txBody>
        </p:sp>
        <p:sp>
          <p:nvSpPr>
            <p:cNvPr id="398" name="Google Shape;398;gf2c60f424f_2_128"/>
            <p:cNvSpPr txBox="1"/>
            <p:nvPr/>
          </p:nvSpPr>
          <p:spPr>
            <a:xfrm>
              <a:off x="0" y="2838086"/>
              <a:ext cx="10820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3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9" name="Google Shape;399;gf2c60f424f_2_128"/>
          <p:cNvGrpSpPr/>
          <p:nvPr/>
        </p:nvGrpSpPr>
        <p:grpSpPr>
          <a:xfrm>
            <a:off x="11747834" y="9494474"/>
            <a:ext cx="8598972" cy="2703823"/>
            <a:chOff x="0" y="-66675"/>
            <a:chExt cx="10820400" cy="3236561"/>
          </a:xfrm>
        </p:grpSpPr>
        <p:sp>
          <p:nvSpPr>
            <p:cNvPr id="400" name="Google Shape;400;gf2c60f424f_2_128"/>
            <p:cNvSpPr txBox="1"/>
            <p:nvPr/>
          </p:nvSpPr>
          <p:spPr>
            <a:xfrm>
              <a:off x="0" y="-66675"/>
              <a:ext cx="10820400" cy="58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4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199" u="none" cap="none" strike="noStrike">
                  <a:solidFill>
                    <a:srgbClr val="2938FA"/>
                  </a:solidFill>
                  <a:latin typeface="VT323"/>
                  <a:ea typeface="VT323"/>
                  <a:cs typeface="VT323"/>
                  <a:sym typeface="VT323"/>
                </a:rPr>
                <a:t>SAVING IN A DIRECTORY</a:t>
              </a:r>
              <a:endParaRPr/>
            </a:p>
          </p:txBody>
        </p:sp>
        <p:sp>
          <p:nvSpPr>
            <p:cNvPr id="401" name="Google Shape;401;gf2c60f424f_2_128"/>
            <p:cNvSpPr txBox="1"/>
            <p:nvPr/>
          </p:nvSpPr>
          <p:spPr>
            <a:xfrm>
              <a:off x="0" y="2838086"/>
              <a:ext cx="10820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3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2" name="Google Shape;402;gf2c60f424f_2_128"/>
          <p:cNvGrpSpPr/>
          <p:nvPr/>
        </p:nvGrpSpPr>
        <p:grpSpPr>
          <a:xfrm>
            <a:off x="603037" y="7472899"/>
            <a:ext cx="8598972" cy="2703823"/>
            <a:chOff x="0" y="-66675"/>
            <a:chExt cx="10820400" cy="3236561"/>
          </a:xfrm>
        </p:grpSpPr>
        <p:sp>
          <p:nvSpPr>
            <p:cNvPr id="403" name="Google Shape;403;gf2c60f424f_2_128"/>
            <p:cNvSpPr txBox="1"/>
            <p:nvPr/>
          </p:nvSpPr>
          <p:spPr>
            <a:xfrm>
              <a:off x="0" y="-66675"/>
              <a:ext cx="10820400" cy="58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4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199" u="none" cap="none" strike="noStrike">
                  <a:solidFill>
                    <a:srgbClr val="2938FA"/>
                  </a:solidFill>
                  <a:latin typeface="VT323"/>
                  <a:ea typeface="VT323"/>
                  <a:cs typeface="VT323"/>
                  <a:sym typeface="VT323"/>
                </a:rPr>
                <a:t>CHOOSING FROM DIRECTORIES</a:t>
              </a:r>
              <a:endParaRPr/>
            </a:p>
          </p:txBody>
        </p:sp>
        <p:sp>
          <p:nvSpPr>
            <p:cNvPr id="404" name="Google Shape;404;gf2c60f424f_2_128"/>
            <p:cNvSpPr txBox="1"/>
            <p:nvPr/>
          </p:nvSpPr>
          <p:spPr>
            <a:xfrm>
              <a:off x="0" y="2838086"/>
              <a:ext cx="10820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3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5" name="Google Shape;405;gf2c60f424f_2_128"/>
          <p:cNvSpPr txBox="1"/>
          <p:nvPr/>
        </p:nvSpPr>
        <p:spPr>
          <a:xfrm>
            <a:off x="5899825" y="444375"/>
            <a:ext cx="6621300" cy="15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50">
                <a:solidFill>
                  <a:srgbClr val="2938F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File Chooser</a:t>
            </a:r>
            <a:endParaRPr/>
          </a:p>
        </p:txBody>
      </p:sp>
      <p:sp>
        <p:nvSpPr>
          <p:cNvPr id="406" name="Google Shape;406;gf2c60f424f_2_128"/>
          <p:cNvSpPr txBox="1"/>
          <p:nvPr/>
        </p:nvSpPr>
        <p:spPr>
          <a:xfrm>
            <a:off x="4547167" y="203011"/>
            <a:ext cx="134694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00">
                <a:solidFill>
                  <a:srgbClr val="2938FA"/>
                </a:solidFill>
              </a:rPr>
              <a:t>JavaFX GUI Components (2) • Part 3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2938FA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f2c60f424f_2_154"/>
          <p:cNvSpPr/>
          <p:nvPr/>
        </p:nvSpPr>
        <p:spPr>
          <a:xfrm>
            <a:off x="0" y="0"/>
            <a:ext cx="11158587" cy="620841"/>
          </a:xfrm>
          <a:custGeom>
            <a:rect b="b" l="l" r="r" t="t"/>
            <a:pathLst>
              <a:path extrusionOk="0" h="449453" w="8078176">
                <a:moveTo>
                  <a:pt x="0" y="0"/>
                </a:moveTo>
                <a:lnTo>
                  <a:pt x="0" y="449453"/>
                </a:lnTo>
                <a:lnTo>
                  <a:pt x="8078176" y="449453"/>
                </a:lnTo>
                <a:lnTo>
                  <a:pt x="8078176" y="0"/>
                </a:lnTo>
                <a:lnTo>
                  <a:pt x="0" y="0"/>
                </a:lnTo>
                <a:close/>
                <a:moveTo>
                  <a:pt x="8017215" y="388493"/>
                </a:moveTo>
                <a:lnTo>
                  <a:pt x="59690" y="388493"/>
                </a:lnTo>
                <a:lnTo>
                  <a:pt x="59690" y="59690"/>
                </a:lnTo>
                <a:lnTo>
                  <a:pt x="8017215" y="59690"/>
                </a:lnTo>
                <a:lnTo>
                  <a:pt x="8017215" y="388493"/>
                </a:lnTo>
                <a:close/>
              </a:path>
            </a:pathLst>
          </a:custGeom>
          <a:solidFill>
            <a:srgbClr val="2938FA"/>
          </a:solidFill>
          <a:ln>
            <a:noFill/>
          </a:ln>
        </p:spPr>
      </p:sp>
      <p:sp>
        <p:nvSpPr>
          <p:cNvPr id="412" name="Google Shape;412;gf2c60f424f_2_154"/>
          <p:cNvSpPr/>
          <p:nvPr/>
        </p:nvSpPr>
        <p:spPr>
          <a:xfrm>
            <a:off x="0" y="0"/>
            <a:ext cx="11158587" cy="10287000"/>
          </a:xfrm>
          <a:custGeom>
            <a:rect b="b" l="l" r="r" t="t"/>
            <a:pathLst>
              <a:path extrusionOk="0" h="7447197" w="8078176">
                <a:moveTo>
                  <a:pt x="0" y="0"/>
                </a:moveTo>
                <a:lnTo>
                  <a:pt x="0" y="7447197"/>
                </a:lnTo>
                <a:lnTo>
                  <a:pt x="8078176" y="7447197"/>
                </a:lnTo>
                <a:lnTo>
                  <a:pt x="8078176" y="0"/>
                </a:lnTo>
                <a:lnTo>
                  <a:pt x="0" y="0"/>
                </a:lnTo>
                <a:close/>
                <a:moveTo>
                  <a:pt x="8017215" y="7386237"/>
                </a:moveTo>
                <a:lnTo>
                  <a:pt x="59690" y="7386237"/>
                </a:lnTo>
                <a:lnTo>
                  <a:pt x="59690" y="59690"/>
                </a:lnTo>
                <a:lnTo>
                  <a:pt x="8017215" y="59690"/>
                </a:lnTo>
                <a:lnTo>
                  <a:pt x="8017215" y="7386237"/>
                </a:lnTo>
                <a:close/>
              </a:path>
            </a:pathLst>
          </a:custGeom>
          <a:solidFill>
            <a:srgbClr val="2938FA"/>
          </a:solidFill>
          <a:ln>
            <a:noFill/>
          </a:ln>
        </p:spPr>
      </p:sp>
      <p:sp>
        <p:nvSpPr>
          <p:cNvPr id="413" name="Google Shape;413;gf2c60f424f_2_154"/>
          <p:cNvSpPr/>
          <p:nvPr/>
        </p:nvSpPr>
        <p:spPr>
          <a:xfrm>
            <a:off x="11158587" y="-396550"/>
            <a:ext cx="7507783" cy="11080101"/>
          </a:xfrm>
          <a:prstGeom prst="rect">
            <a:avLst/>
          </a:prstGeom>
          <a:solidFill>
            <a:srgbClr val="F8EA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4" name="Google Shape;414;gf2c60f424f_2_154"/>
          <p:cNvGrpSpPr/>
          <p:nvPr/>
        </p:nvGrpSpPr>
        <p:grpSpPr>
          <a:xfrm>
            <a:off x="11874719" y="1027825"/>
            <a:ext cx="5728531" cy="8196786"/>
            <a:chOff x="0" y="-677"/>
            <a:chExt cx="4434840" cy="6345682"/>
          </a:xfrm>
        </p:grpSpPr>
        <p:sp>
          <p:nvSpPr>
            <p:cNvPr id="415" name="Google Shape;415;gf2c60f424f_2_154"/>
            <p:cNvSpPr/>
            <p:nvPr/>
          </p:nvSpPr>
          <p:spPr>
            <a:xfrm>
              <a:off x="5" y="-677"/>
              <a:ext cx="4429760" cy="6345682"/>
            </a:xfrm>
            <a:custGeom>
              <a:rect b="b" l="l" r="r" t="t"/>
              <a:pathLst>
                <a:path extrusionOk="0" h="5902960" w="4064000">
                  <a:moveTo>
                    <a:pt x="4064000" y="5902960"/>
                  </a:moveTo>
                  <a:lnTo>
                    <a:pt x="0" y="5902960"/>
                  </a:lnTo>
                  <a:lnTo>
                    <a:pt x="0" y="0"/>
                  </a:lnTo>
                  <a:lnTo>
                    <a:pt x="4064000" y="0"/>
                  </a:lnTo>
                  <a:lnTo>
                    <a:pt x="4064000" y="590296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-1058" r="7301" t="6890"/>
              </a:stretch>
            </a:blipFill>
            <a:ln>
              <a:noFill/>
            </a:ln>
          </p:spPr>
        </p:sp>
        <p:sp>
          <p:nvSpPr>
            <p:cNvPr id="416" name="Google Shape;416;gf2c60f424f_2_154"/>
            <p:cNvSpPr/>
            <p:nvPr/>
          </p:nvSpPr>
          <p:spPr>
            <a:xfrm>
              <a:off x="50800" y="50800"/>
              <a:ext cx="4333240" cy="6239510"/>
            </a:xfrm>
            <a:custGeom>
              <a:rect b="b" l="l" r="r" t="t"/>
              <a:pathLst>
                <a:path extrusionOk="0" h="6239510" w="4333240">
                  <a:moveTo>
                    <a:pt x="4333240" y="335280"/>
                  </a:moveTo>
                  <a:lnTo>
                    <a:pt x="0" y="335280"/>
                  </a:lnTo>
                  <a:lnTo>
                    <a:pt x="0" y="0"/>
                  </a:lnTo>
                  <a:lnTo>
                    <a:pt x="4333240" y="0"/>
                  </a:lnTo>
                  <a:lnTo>
                    <a:pt x="4333240" y="335280"/>
                  </a:lnTo>
                  <a:close/>
                  <a:moveTo>
                    <a:pt x="4333240" y="5970270"/>
                  </a:moveTo>
                  <a:lnTo>
                    <a:pt x="4064000" y="5970270"/>
                  </a:lnTo>
                  <a:lnTo>
                    <a:pt x="4064000" y="6239510"/>
                  </a:lnTo>
                  <a:lnTo>
                    <a:pt x="4333240" y="6239510"/>
                  </a:lnTo>
                  <a:lnTo>
                    <a:pt x="4333240" y="5970270"/>
                  </a:lnTo>
                  <a:close/>
                </a:path>
              </a:pathLst>
            </a:custGeom>
            <a:solidFill>
              <a:srgbClr val="F1A5D6"/>
            </a:solidFill>
            <a:ln>
              <a:noFill/>
            </a:ln>
          </p:spPr>
        </p:sp>
        <p:sp>
          <p:nvSpPr>
            <p:cNvPr id="417" name="Google Shape;417;gf2c60f424f_2_154"/>
            <p:cNvSpPr/>
            <p:nvPr/>
          </p:nvSpPr>
          <p:spPr>
            <a:xfrm>
              <a:off x="196850" y="165100"/>
              <a:ext cx="811530" cy="119380"/>
            </a:xfrm>
            <a:custGeom>
              <a:rect b="b" l="l" r="r" t="t"/>
              <a:pathLst>
                <a:path extrusionOk="0" h="119380" w="811530">
                  <a:moveTo>
                    <a:pt x="119380" y="59690"/>
                  </a:moveTo>
                  <a:cubicBezTo>
                    <a:pt x="119380" y="92710"/>
                    <a:pt x="92710" y="119380"/>
                    <a:pt x="59690" y="119380"/>
                  </a:cubicBezTo>
                  <a:cubicBezTo>
                    <a:pt x="26670" y="119380"/>
                    <a:pt x="0" y="92710"/>
                    <a:pt x="0" y="59690"/>
                  </a:cubicBezTo>
                  <a:cubicBezTo>
                    <a:pt x="0" y="26670"/>
                    <a:pt x="26670" y="0"/>
                    <a:pt x="59690" y="0"/>
                  </a:cubicBezTo>
                  <a:cubicBezTo>
                    <a:pt x="92710" y="0"/>
                    <a:pt x="119380" y="26670"/>
                    <a:pt x="119380" y="59690"/>
                  </a:cubicBezTo>
                  <a:close/>
                  <a:moveTo>
                    <a:pt x="406400" y="0"/>
                  </a:moveTo>
                  <a:cubicBezTo>
                    <a:pt x="373380" y="0"/>
                    <a:pt x="346710" y="26670"/>
                    <a:pt x="346710" y="59690"/>
                  </a:cubicBezTo>
                  <a:cubicBezTo>
                    <a:pt x="346710" y="92710"/>
                    <a:pt x="373380" y="119380"/>
                    <a:pt x="406400" y="119380"/>
                  </a:cubicBezTo>
                  <a:cubicBezTo>
                    <a:pt x="439420" y="119380"/>
                    <a:pt x="466090" y="92710"/>
                    <a:pt x="466090" y="59690"/>
                  </a:cubicBezTo>
                  <a:cubicBezTo>
                    <a:pt x="466090" y="26670"/>
                    <a:pt x="439420" y="0"/>
                    <a:pt x="406400" y="0"/>
                  </a:cubicBezTo>
                  <a:close/>
                  <a:moveTo>
                    <a:pt x="751840" y="0"/>
                  </a:moveTo>
                  <a:cubicBezTo>
                    <a:pt x="718820" y="0"/>
                    <a:pt x="692150" y="26670"/>
                    <a:pt x="692150" y="59690"/>
                  </a:cubicBezTo>
                  <a:cubicBezTo>
                    <a:pt x="692150" y="92710"/>
                    <a:pt x="718820" y="119380"/>
                    <a:pt x="751840" y="119380"/>
                  </a:cubicBezTo>
                  <a:cubicBezTo>
                    <a:pt x="784860" y="119380"/>
                    <a:pt x="811530" y="92710"/>
                    <a:pt x="811530" y="59690"/>
                  </a:cubicBezTo>
                  <a:cubicBezTo>
                    <a:pt x="811530" y="26670"/>
                    <a:pt x="784860" y="0"/>
                    <a:pt x="7518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gf2c60f424f_2_154"/>
            <p:cNvSpPr/>
            <p:nvPr/>
          </p:nvSpPr>
          <p:spPr>
            <a:xfrm>
              <a:off x="4114800" y="438150"/>
              <a:ext cx="269240" cy="5532120"/>
            </a:xfrm>
            <a:custGeom>
              <a:rect b="b" l="l" r="r" t="t"/>
              <a:pathLst>
                <a:path extrusionOk="0" h="5532120" w="269240">
                  <a:moveTo>
                    <a:pt x="269240" y="5532120"/>
                  </a:moveTo>
                  <a:lnTo>
                    <a:pt x="0" y="5532120"/>
                  </a:lnTo>
                  <a:lnTo>
                    <a:pt x="0" y="0"/>
                  </a:lnTo>
                  <a:lnTo>
                    <a:pt x="269240" y="0"/>
                  </a:lnTo>
                  <a:lnTo>
                    <a:pt x="269240" y="55321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19" name="Google Shape;419;gf2c60f424f_2_154"/>
            <p:cNvSpPr/>
            <p:nvPr/>
          </p:nvSpPr>
          <p:spPr>
            <a:xfrm>
              <a:off x="0" y="0"/>
              <a:ext cx="4434840" cy="6338570"/>
            </a:xfrm>
            <a:custGeom>
              <a:rect b="b" l="l" r="r" t="t"/>
              <a:pathLst>
                <a:path extrusionOk="0" h="6338570" w="4434840">
                  <a:moveTo>
                    <a:pt x="4147820" y="5826760"/>
                  </a:moveTo>
                  <a:lnTo>
                    <a:pt x="4182110" y="5788660"/>
                  </a:lnTo>
                  <a:lnTo>
                    <a:pt x="4250690" y="5849620"/>
                  </a:lnTo>
                  <a:lnTo>
                    <a:pt x="4319270" y="5788660"/>
                  </a:lnTo>
                  <a:lnTo>
                    <a:pt x="4353560" y="5826760"/>
                  </a:lnTo>
                  <a:lnTo>
                    <a:pt x="4251960" y="5919470"/>
                  </a:lnTo>
                  <a:lnTo>
                    <a:pt x="4147820" y="5826760"/>
                  </a:lnTo>
                  <a:close/>
                  <a:moveTo>
                    <a:pt x="4182110" y="5567680"/>
                  </a:moveTo>
                  <a:lnTo>
                    <a:pt x="4250690" y="5506720"/>
                  </a:lnTo>
                  <a:lnTo>
                    <a:pt x="4319270" y="5567680"/>
                  </a:lnTo>
                  <a:lnTo>
                    <a:pt x="4353560" y="5529580"/>
                  </a:lnTo>
                  <a:lnTo>
                    <a:pt x="4251960" y="5436870"/>
                  </a:lnTo>
                  <a:lnTo>
                    <a:pt x="4150360" y="5529580"/>
                  </a:lnTo>
                  <a:lnTo>
                    <a:pt x="4182110" y="5567680"/>
                  </a:lnTo>
                  <a:close/>
                  <a:moveTo>
                    <a:pt x="4434840" y="0"/>
                  </a:moveTo>
                  <a:lnTo>
                    <a:pt x="4434840" y="387350"/>
                  </a:lnTo>
                  <a:lnTo>
                    <a:pt x="4434840" y="438150"/>
                  </a:lnTo>
                  <a:lnTo>
                    <a:pt x="4434840" y="5351780"/>
                  </a:lnTo>
                  <a:lnTo>
                    <a:pt x="4434840" y="5403850"/>
                  </a:lnTo>
                  <a:lnTo>
                    <a:pt x="4434840" y="5660390"/>
                  </a:lnTo>
                  <a:lnTo>
                    <a:pt x="4434840" y="5721350"/>
                  </a:lnTo>
                  <a:lnTo>
                    <a:pt x="4434840" y="5969000"/>
                  </a:lnTo>
                  <a:lnTo>
                    <a:pt x="4434840" y="6029960"/>
                  </a:lnTo>
                  <a:lnTo>
                    <a:pt x="4434840" y="6338570"/>
                  </a:lnTo>
                  <a:lnTo>
                    <a:pt x="4064000" y="6338570"/>
                  </a:lnTo>
                  <a:lnTo>
                    <a:pt x="4064000" y="6338570"/>
                  </a:lnTo>
                  <a:lnTo>
                    <a:pt x="0" y="6338570"/>
                  </a:lnTo>
                  <a:lnTo>
                    <a:pt x="0" y="436880"/>
                  </a:lnTo>
                  <a:lnTo>
                    <a:pt x="0" y="436880"/>
                  </a:lnTo>
                  <a:lnTo>
                    <a:pt x="0" y="0"/>
                  </a:lnTo>
                  <a:lnTo>
                    <a:pt x="4434840" y="0"/>
                  </a:lnTo>
                  <a:close/>
                  <a:moveTo>
                    <a:pt x="50800" y="386080"/>
                  </a:moveTo>
                  <a:lnTo>
                    <a:pt x="4384040" y="386080"/>
                  </a:lnTo>
                  <a:lnTo>
                    <a:pt x="4384040" y="50800"/>
                  </a:lnTo>
                  <a:lnTo>
                    <a:pt x="50800" y="50800"/>
                  </a:lnTo>
                  <a:lnTo>
                    <a:pt x="50800" y="386080"/>
                  </a:lnTo>
                  <a:close/>
                  <a:moveTo>
                    <a:pt x="4064000" y="6031230"/>
                  </a:moveTo>
                  <a:lnTo>
                    <a:pt x="4064000" y="5970270"/>
                  </a:lnTo>
                  <a:lnTo>
                    <a:pt x="4064000" y="5722620"/>
                  </a:lnTo>
                  <a:lnTo>
                    <a:pt x="4064000" y="5661660"/>
                  </a:lnTo>
                  <a:lnTo>
                    <a:pt x="4064000" y="5405120"/>
                  </a:lnTo>
                  <a:lnTo>
                    <a:pt x="4064000" y="5353050"/>
                  </a:lnTo>
                  <a:lnTo>
                    <a:pt x="4064000" y="436880"/>
                  </a:lnTo>
                  <a:lnTo>
                    <a:pt x="50800" y="436880"/>
                  </a:lnTo>
                  <a:lnTo>
                    <a:pt x="50800" y="6289040"/>
                  </a:lnTo>
                  <a:lnTo>
                    <a:pt x="4064000" y="6289040"/>
                  </a:lnTo>
                  <a:lnTo>
                    <a:pt x="4064000" y="6031230"/>
                  </a:lnTo>
                  <a:close/>
                  <a:moveTo>
                    <a:pt x="4384040" y="5403850"/>
                  </a:moveTo>
                  <a:lnTo>
                    <a:pt x="4114800" y="5403850"/>
                  </a:lnTo>
                  <a:lnTo>
                    <a:pt x="4114800" y="5660390"/>
                  </a:lnTo>
                  <a:lnTo>
                    <a:pt x="4384040" y="5660390"/>
                  </a:lnTo>
                  <a:lnTo>
                    <a:pt x="4384040" y="5403850"/>
                  </a:lnTo>
                  <a:close/>
                  <a:moveTo>
                    <a:pt x="4114800" y="5721350"/>
                  </a:moveTo>
                  <a:lnTo>
                    <a:pt x="4114800" y="5969000"/>
                  </a:lnTo>
                  <a:lnTo>
                    <a:pt x="4384040" y="5969000"/>
                  </a:lnTo>
                  <a:lnTo>
                    <a:pt x="4384040" y="5721350"/>
                  </a:lnTo>
                  <a:lnTo>
                    <a:pt x="4114800" y="5721350"/>
                  </a:lnTo>
                  <a:close/>
                  <a:moveTo>
                    <a:pt x="4384040" y="6031230"/>
                  </a:moveTo>
                  <a:lnTo>
                    <a:pt x="4114800" y="6031230"/>
                  </a:lnTo>
                  <a:lnTo>
                    <a:pt x="4114800" y="6289040"/>
                  </a:lnTo>
                  <a:lnTo>
                    <a:pt x="4384040" y="6289040"/>
                  </a:lnTo>
                  <a:lnTo>
                    <a:pt x="4384040" y="6031230"/>
                  </a:lnTo>
                  <a:close/>
                  <a:moveTo>
                    <a:pt x="4384040" y="5351780"/>
                  </a:moveTo>
                  <a:lnTo>
                    <a:pt x="4384040" y="438150"/>
                  </a:lnTo>
                  <a:lnTo>
                    <a:pt x="4114800" y="438150"/>
                  </a:lnTo>
                  <a:lnTo>
                    <a:pt x="4114800" y="5351780"/>
                  </a:lnTo>
                  <a:lnTo>
                    <a:pt x="4384040" y="5351780"/>
                  </a:lnTo>
                  <a:close/>
                  <a:moveTo>
                    <a:pt x="367030" y="224790"/>
                  </a:moveTo>
                  <a:cubicBezTo>
                    <a:pt x="367030" y="285750"/>
                    <a:pt x="317500" y="335280"/>
                    <a:pt x="256540" y="335280"/>
                  </a:cubicBezTo>
                  <a:cubicBezTo>
                    <a:pt x="195580" y="335280"/>
                    <a:pt x="146050" y="285750"/>
                    <a:pt x="146050" y="224790"/>
                  </a:cubicBezTo>
                  <a:cubicBezTo>
                    <a:pt x="146050" y="163830"/>
                    <a:pt x="195580" y="114300"/>
                    <a:pt x="256540" y="114300"/>
                  </a:cubicBezTo>
                  <a:cubicBezTo>
                    <a:pt x="317500" y="114300"/>
                    <a:pt x="367030" y="163830"/>
                    <a:pt x="367030" y="224790"/>
                  </a:cubicBezTo>
                  <a:close/>
                  <a:moveTo>
                    <a:pt x="316230" y="224790"/>
                  </a:moveTo>
                  <a:cubicBezTo>
                    <a:pt x="316230" y="191770"/>
                    <a:pt x="289560" y="165100"/>
                    <a:pt x="256540" y="165100"/>
                  </a:cubicBezTo>
                  <a:cubicBezTo>
                    <a:pt x="223520" y="165100"/>
                    <a:pt x="196850" y="191770"/>
                    <a:pt x="196850" y="224790"/>
                  </a:cubicBezTo>
                  <a:cubicBezTo>
                    <a:pt x="196850" y="257810"/>
                    <a:pt x="223520" y="284480"/>
                    <a:pt x="256540" y="284480"/>
                  </a:cubicBezTo>
                  <a:cubicBezTo>
                    <a:pt x="289560" y="285750"/>
                    <a:pt x="316230" y="257810"/>
                    <a:pt x="316230" y="224790"/>
                  </a:cubicBezTo>
                  <a:close/>
                  <a:moveTo>
                    <a:pt x="713740" y="224790"/>
                  </a:moveTo>
                  <a:cubicBezTo>
                    <a:pt x="713740" y="285750"/>
                    <a:pt x="664210" y="335280"/>
                    <a:pt x="603250" y="335280"/>
                  </a:cubicBezTo>
                  <a:cubicBezTo>
                    <a:pt x="542290" y="335280"/>
                    <a:pt x="492760" y="285750"/>
                    <a:pt x="492760" y="224790"/>
                  </a:cubicBezTo>
                  <a:cubicBezTo>
                    <a:pt x="492760" y="163830"/>
                    <a:pt x="541020" y="114300"/>
                    <a:pt x="603250" y="114300"/>
                  </a:cubicBezTo>
                  <a:cubicBezTo>
                    <a:pt x="664210" y="114300"/>
                    <a:pt x="713740" y="163830"/>
                    <a:pt x="713740" y="224790"/>
                  </a:cubicBezTo>
                  <a:close/>
                  <a:moveTo>
                    <a:pt x="662940" y="224790"/>
                  </a:moveTo>
                  <a:cubicBezTo>
                    <a:pt x="662940" y="191770"/>
                    <a:pt x="636270" y="165100"/>
                    <a:pt x="603250" y="165100"/>
                  </a:cubicBezTo>
                  <a:cubicBezTo>
                    <a:pt x="570230" y="165100"/>
                    <a:pt x="543560" y="191770"/>
                    <a:pt x="543560" y="224790"/>
                  </a:cubicBezTo>
                  <a:cubicBezTo>
                    <a:pt x="543560" y="257810"/>
                    <a:pt x="570230" y="284480"/>
                    <a:pt x="603250" y="284480"/>
                  </a:cubicBezTo>
                  <a:cubicBezTo>
                    <a:pt x="636270" y="285750"/>
                    <a:pt x="662940" y="257810"/>
                    <a:pt x="662940" y="224790"/>
                  </a:cubicBezTo>
                  <a:close/>
                  <a:moveTo>
                    <a:pt x="1060450" y="224790"/>
                  </a:moveTo>
                  <a:cubicBezTo>
                    <a:pt x="1060450" y="285750"/>
                    <a:pt x="1010920" y="335280"/>
                    <a:pt x="949960" y="335280"/>
                  </a:cubicBezTo>
                  <a:cubicBezTo>
                    <a:pt x="889000" y="335280"/>
                    <a:pt x="839470" y="285750"/>
                    <a:pt x="839470" y="224790"/>
                  </a:cubicBezTo>
                  <a:cubicBezTo>
                    <a:pt x="839470" y="163830"/>
                    <a:pt x="887730" y="114300"/>
                    <a:pt x="948690" y="114300"/>
                  </a:cubicBezTo>
                  <a:cubicBezTo>
                    <a:pt x="1009650" y="114300"/>
                    <a:pt x="1060450" y="163830"/>
                    <a:pt x="1060450" y="224790"/>
                  </a:cubicBezTo>
                  <a:close/>
                  <a:moveTo>
                    <a:pt x="1009650" y="224790"/>
                  </a:moveTo>
                  <a:cubicBezTo>
                    <a:pt x="1009650" y="191770"/>
                    <a:pt x="982980" y="165100"/>
                    <a:pt x="949960" y="165100"/>
                  </a:cubicBezTo>
                  <a:cubicBezTo>
                    <a:pt x="916940" y="165100"/>
                    <a:pt x="890270" y="191770"/>
                    <a:pt x="890270" y="224790"/>
                  </a:cubicBezTo>
                  <a:cubicBezTo>
                    <a:pt x="890270" y="257810"/>
                    <a:pt x="916940" y="284480"/>
                    <a:pt x="949960" y="284480"/>
                  </a:cubicBezTo>
                  <a:cubicBezTo>
                    <a:pt x="981710" y="285750"/>
                    <a:pt x="1009650" y="257810"/>
                    <a:pt x="1009650" y="224790"/>
                  </a:cubicBezTo>
                  <a:close/>
                  <a:moveTo>
                    <a:pt x="1207770" y="304800"/>
                  </a:moveTo>
                  <a:lnTo>
                    <a:pt x="4263390" y="304800"/>
                  </a:lnTo>
                  <a:lnTo>
                    <a:pt x="4263390" y="254000"/>
                  </a:lnTo>
                  <a:lnTo>
                    <a:pt x="1207770" y="254000"/>
                  </a:lnTo>
                  <a:lnTo>
                    <a:pt x="1207770" y="304800"/>
                  </a:lnTo>
                  <a:close/>
                  <a:moveTo>
                    <a:pt x="1207770" y="177800"/>
                  </a:moveTo>
                  <a:lnTo>
                    <a:pt x="4263390" y="177800"/>
                  </a:lnTo>
                  <a:lnTo>
                    <a:pt x="4263390" y="127000"/>
                  </a:lnTo>
                  <a:lnTo>
                    <a:pt x="1207770" y="127000"/>
                  </a:lnTo>
                  <a:lnTo>
                    <a:pt x="1207770" y="177800"/>
                  </a:lnTo>
                  <a:close/>
                </a:path>
              </a:pathLst>
            </a:custGeom>
            <a:solidFill>
              <a:srgbClr val="2938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0" name="Google Shape;420;gf2c60f424f_2_154"/>
          <p:cNvSpPr/>
          <p:nvPr/>
        </p:nvSpPr>
        <p:spPr>
          <a:xfrm>
            <a:off x="0" y="0"/>
            <a:ext cx="2021305" cy="10287000"/>
          </a:xfrm>
          <a:custGeom>
            <a:rect b="b" l="l" r="r" t="t"/>
            <a:pathLst>
              <a:path extrusionOk="0" h="7447197" w="1463309">
                <a:moveTo>
                  <a:pt x="0" y="0"/>
                </a:moveTo>
                <a:lnTo>
                  <a:pt x="0" y="7447197"/>
                </a:lnTo>
                <a:lnTo>
                  <a:pt x="1463309" y="7447197"/>
                </a:lnTo>
                <a:lnTo>
                  <a:pt x="1463309" y="0"/>
                </a:lnTo>
                <a:lnTo>
                  <a:pt x="0" y="0"/>
                </a:lnTo>
                <a:close/>
                <a:moveTo>
                  <a:pt x="1402349" y="7386237"/>
                </a:moveTo>
                <a:lnTo>
                  <a:pt x="59690" y="7386237"/>
                </a:lnTo>
                <a:lnTo>
                  <a:pt x="59690" y="59690"/>
                </a:lnTo>
                <a:lnTo>
                  <a:pt x="1402349" y="59690"/>
                </a:lnTo>
                <a:lnTo>
                  <a:pt x="1402349" y="7386237"/>
                </a:lnTo>
                <a:close/>
              </a:path>
            </a:pathLst>
          </a:custGeom>
          <a:solidFill>
            <a:srgbClr val="2938FA"/>
          </a:solidFill>
          <a:ln>
            <a:noFill/>
          </a:ln>
        </p:spPr>
      </p:sp>
      <p:grpSp>
        <p:nvGrpSpPr>
          <p:cNvPr id="421" name="Google Shape;421;gf2c60f424f_2_154"/>
          <p:cNvGrpSpPr/>
          <p:nvPr/>
        </p:nvGrpSpPr>
        <p:grpSpPr>
          <a:xfrm>
            <a:off x="-1213612" y="620841"/>
            <a:ext cx="3234918" cy="9666160"/>
            <a:chOff x="0" y="0"/>
            <a:chExt cx="4313225" cy="12888213"/>
          </a:xfrm>
        </p:grpSpPr>
        <p:pic>
          <p:nvPicPr>
            <p:cNvPr id="422" name="Google Shape;422;gf2c60f424f_2_15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0"/>
              <a:ext cx="4313225" cy="4313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3" name="Google Shape;423;gf2c60f424f_2_15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4287494"/>
              <a:ext cx="4313225" cy="4313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4" name="Google Shape;424;gf2c60f424f_2_15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8574988"/>
              <a:ext cx="4313225" cy="43132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25" name="Google Shape;425;gf2c60f424f_2_154"/>
          <p:cNvSpPr/>
          <p:nvPr/>
        </p:nvSpPr>
        <p:spPr>
          <a:xfrm>
            <a:off x="79574" y="85725"/>
            <a:ext cx="1856432" cy="450661"/>
          </a:xfrm>
          <a:prstGeom prst="rect">
            <a:avLst/>
          </a:prstGeom>
          <a:solidFill>
            <a:srgbClr val="F1A5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6" name="Google Shape;426;gf2c60f424f_2_1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3847" y="-258390"/>
            <a:ext cx="1185037" cy="1185037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gf2c60f424f_2_154"/>
          <p:cNvSpPr txBox="1"/>
          <p:nvPr/>
        </p:nvSpPr>
        <p:spPr>
          <a:xfrm>
            <a:off x="2979927" y="5539635"/>
            <a:ext cx="682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gf2c60f424f_2_154"/>
          <p:cNvSpPr txBox="1"/>
          <p:nvPr/>
        </p:nvSpPr>
        <p:spPr>
          <a:xfrm>
            <a:off x="2979927" y="2162670"/>
            <a:ext cx="6820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9" name="Google Shape;429;gf2c60f424f_2_154"/>
          <p:cNvGrpSpPr/>
          <p:nvPr/>
        </p:nvGrpSpPr>
        <p:grpSpPr>
          <a:xfrm>
            <a:off x="2021300" y="926650"/>
            <a:ext cx="9137275" cy="8165100"/>
            <a:chOff x="-128133" y="-130233"/>
            <a:chExt cx="12183033" cy="10886800"/>
          </a:xfrm>
        </p:grpSpPr>
        <p:sp>
          <p:nvSpPr>
            <p:cNvPr id="430" name="Google Shape;430;gf2c60f424f_2_154"/>
            <p:cNvSpPr txBox="1"/>
            <p:nvPr/>
          </p:nvSpPr>
          <p:spPr>
            <a:xfrm>
              <a:off x="-128133" y="-130233"/>
              <a:ext cx="11939700" cy="39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50">
                  <a:solidFill>
                    <a:srgbClr val="2938F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Pagination Control</a:t>
              </a:r>
              <a:endParaRPr b="1" sz="905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31" name="Google Shape;431;gf2c60f424f_2_154"/>
            <p:cNvSpPr txBox="1"/>
            <p:nvPr/>
          </p:nvSpPr>
          <p:spPr>
            <a:xfrm>
              <a:off x="577200" y="5401267"/>
              <a:ext cx="11477700" cy="535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438150" lvl="0" marL="457200" marR="0" rtl="0" algn="l">
                <a:lnSpc>
                  <a:spcPct val="139966"/>
                </a:lnSpc>
                <a:spcBef>
                  <a:spcPts val="0"/>
                </a:spcBef>
                <a:spcAft>
                  <a:spcPts val="0"/>
                </a:spcAft>
                <a:buClr>
                  <a:srgbClr val="2938FA"/>
                </a:buClr>
                <a:buSzPts val="3300"/>
                <a:buFont typeface="VT323"/>
                <a:buChar char="●"/>
              </a:pPr>
              <a:r>
                <a:rPr lang="en-US" sz="3300">
                  <a:solidFill>
                    <a:srgbClr val="2938FA"/>
                  </a:solidFill>
                  <a:latin typeface="VT323"/>
                  <a:ea typeface="VT323"/>
                  <a:cs typeface="VT323"/>
                  <a:sym typeface="VT323"/>
                </a:rPr>
                <a:t>Navigate through multiple pages of data</a:t>
              </a:r>
              <a:endParaRPr sz="3300">
                <a:solidFill>
                  <a:srgbClr val="2938FA"/>
                </a:solidFill>
                <a:latin typeface="VT323"/>
                <a:ea typeface="VT323"/>
                <a:cs typeface="VT323"/>
                <a:sym typeface="VT323"/>
              </a:endParaRPr>
            </a:p>
            <a:p>
              <a:pPr indent="0" lvl="0" marL="457200" marR="0" rtl="0" algn="l">
                <a:lnSpc>
                  <a:spcPct val="139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300">
                <a:solidFill>
                  <a:srgbClr val="2938FA"/>
                </a:solidFill>
                <a:latin typeface="VT323"/>
                <a:ea typeface="VT323"/>
                <a:cs typeface="VT323"/>
                <a:sym typeface="VT323"/>
              </a:endParaRPr>
            </a:p>
            <a:p>
              <a:pPr indent="0" lvl="0" marL="457200" marR="0" rtl="0" algn="l">
                <a:lnSpc>
                  <a:spcPct val="139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300">
                <a:solidFill>
                  <a:srgbClr val="2938FA"/>
                </a:solidFill>
                <a:latin typeface="VT323"/>
                <a:ea typeface="VT323"/>
                <a:cs typeface="VT323"/>
                <a:sym typeface="VT323"/>
              </a:endParaRPr>
            </a:p>
            <a:p>
              <a:pPr indent="-438150" lvl="0" marL="457200" marR="0" rtl="0" algn="l">
                <a:lnSpc>
                  <a:spcPct val="139966"/>
                </a:lnSpc>
                <a:spcBef>
                  <a:spcPts val="0"/>
                </a:spcBef>
                <a:spcAft>
                  <a:spcPts val="0"/>
                </a:spcAft>
                <a:buClr>
                  <a:srgbClr val="2938FA"/>
                </a:buClr>
                <a:buSzPts val="3300"/>
                <a:buFont typeface="VT323"/>
                <a:buChar char="●"/>
              </a:pPr>
              <a:r>
                <a:rPr lang="en-US" sz="3300">
                  <a:solidFill>
                    <a:srgbClr val="2938FA"/>
                  </a:solidFill>
                  <a:latin typeface="VT323"/>
                  <a:ea typeface="VT323"/>
                  <a:cs typeface="VT323"/>
                  <a:sym typeface="VT323"/>
                </a:rPr>
                <a:t>We can choose the maximum number of items per page</a:t>
              </a:r>
              <a:endParaRPr sz="3300">
                <a:solidFill>
                  <a:srgbClr val="2938FA"/>
                </a:solidFill>
                <a:latin typeface="VT323"/>
                <a:ea typeface="VT323"/>
                <a:cs typeface="VT323"/>
                <a:sym typeface="VT323"/>
              </a:endParaRPr>
            </a:p>
            <a:p>
              <a:pPr indent="0" lvl="0" marL="457200" marR="0" rtl="0" algn="l">
                <a:lnSpc>
                  <a:spcPct val="139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000">
                <a:solidFill>
                  <a:srgbClr val="2938FA"/>
                </a:solidFill>
                <a:latin typeface="VT323"/>
                <a:ea typeface="VT323"/>
                <a:cs typeface="VT323"/>
                <a:sym typeface="VT323"/>
              </a:endParaRPr>
            </a:p>
          </p:txBody>
        </p:sp>
      </p:grpSp>
      <p:sp>
        <p:nvSpPr>
          <p:cNvPr id="432" name="Google Shape;432;gf2c60f424f_2_154"/>
          <p:cNvSpPr txBox="1"/>
          <p:nvPr/>
        </p:nvSpPr>
        <p:spPr>
          <a:xfrm>
            <a:off x="-2521033" y="161936"/>
            <a:ext cx="134694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00">
                <a:solidFill>
                  <a:srgbClr val="2938FA"/>
                </a:solidFill>
              </a:rPr>
              <a:t>JavaFX GUI Components (2) • Part 3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2938FA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f2c60f424f_0_38"/>
          <p:cNvSpPr/>
          <p:nvPr/>
        </p:nvSpPr>
        <p:spPr>
          <a:xfrm>
            <a:off x="0" y="0"/>
            <a:ext cx="18303556" cy="10295750"/>
          </a:xfrm>
          <a:custGeom>
            <a:rect b="b" l="l" r="r" t="t"/>
            <a:pathLst>
              <a:path extrusionOk="0" h="7447197" w="13239462">
                <a:moveTo>
                  <a:pt x="0" y="0"/>
                </a:moveTo>
                <a:lnTo>
                  <a:pt x="0" y="7447197"/>
                </a:lnTo>
                <a:lnTo>
                  <a:pt x="13239462" y="7447197"/>
                </a:lnTo>
                <a:lnTo>
                  <a:pt x="13239462" y="0"/>
                </a:lnTo>
                <a:lnTo>
                  <a:pt x="0" y="0"/>
                </a:lnTo>
                <a:close/>
                <a:moveTo>
                  <a:pt x="13178501" y="7386237"/>
                </a:moveTo>
                <a:lnTo>
                  <a:pt x="59690" y="7386237"/>
                </a:lnTo>
                <a:lnTo>
                  <a:pt x="59690" y="59690"/>
                </a:lnTo>
                <a:lnTo>
                  <a:pt x="13178501" y="59690"/>
                </a:lnTo>
                <a:lnTo>
                  <a:pt x="13178501" y="7386237"/>
                </a:lnTo>
                <a:close/>
              </a:path>
            </a:pathLst>
          </a:custGeom>
          <a:solidFill>
            <a:srgbClr val="2938FA"/>
          </a:solidFill>
          <a:ln>
            <a:noFill/>
          </a:ln>
        </p:spPr>
      </p:sp>
      <p:sp>
        <p:nvSpPr>
          <p:cNvPr id="438" name="Google Shape;438;gf2c60f424f_0_38"/>
          <p:cNvSpPr/>
          <p:nvPr/>
        </p:nvSpPr>
        <p:spPr>
          <a:xfrm>
            <a:off x="0" y="489563"/>
            <a:ext cx="18303556" cy="9805771"/>
          </a:xfrm>
          <a:custGeom>
            <a:rect b="b" l="l" r="r" t="t"/>
            <a:pathLst>
              <a:path extrusionOk="0" h="7092782" w="13239462">
                <a:moveTo>
                  <a:pt x="0" y="0"/>
                </a:moveTo>
                <a:lnTo>
                  <a:pt x="0" y="7092782"/>
                </a:lnTo>
                <a:lnTo>
                  <a:pt x="13239462" y="7092782"/>
                </a:lnTo>
                <a:lnTo>
                  <a:pt x="13239462" y="0"/>
                </a:lnTo>
                <a:lnTo>
                  <a:pt x="0" y="0"/>
                </a:lnTo>
                <a:close/>
                <a:moveTo>
                  <a:pt x="13178501" y="7031822"/>
                </a:moveTo>
                <a:lnTo>
                  <a:pt x="59690" y="7031822"/>
                </a:lnTo>
                <a:lnTo>
                  <a:pt x="59690" y="59690"/>
                </a:lnTo>
                <a:lnTo>
                  <a:pt x="13178501" y="59690"/>
                </a:lnTo>
                <a:lnTo>
                  <a:pt x="13178501" y="7031822"/>
                </a:lnTo>
                <a:close/>
              </a:path>
            </a:pathLst>
          </a:custGeom>
          <a:solidFill>
            <a:srgbClr val="2938FA"/>
          </a:solidFill>
          <a:ln>
            <a:noFill/>
          </a:ln>
        </p:spPr>
      </p:sp>
      <p:sp>
        <p:nvSpPr>
          <p:cNvPr id="439" name="Google Shape;439;gf2c60f424f_0_38"/>
          <p:cNvSpPr/>
          <p:nvPr/>
        </p:nvSpPr>
        <p:spPr>
          <a:xfrm>
            <a:off x="0" y="489563"/>
            <a:ext cx="9151778" cy="9805771"/>
          </a:xfrm>
          <a:custGeom>
            <a:rect b="b" l="l" r="r" t="t"/>
            <a:pathLst>
              <a:path extrusionOk="0" h="7092782" w="6619731">
                <a:moveTo>
                  <a:pt x="0" y="0"/>
                </a:moveTo>
                <a:lnTo>
                  <a:pt x="0" y="7092782"/>
                </a:lnTo>
                <a:lnTo>
                  <a:pt x="6619731" y="7092782"/>
                </a:lnTo>
                <a:lnTo>
                  <a:pt x="6619731" y="0"/>
                </a:lnTo>
                <a:lnTo>
                  <a:pt x="0" y="0"/>
                </a:lnTo>
                <a:close/>
                <a:moveTo>
                  <a:pt x="6558771" y="7031822"/>
                </a:moveTo>
                <a:lnTo>
                  <a:pt x="59690" y="7031822"/>
                </a:lnTo>
                <a:lnTo>
                  <a:pt x="59690" y="59690"/>
                </a:lnTo>
                <a:lnTo>
                  <a:pt x="6558771" y="59690"/>
                </a:lnTo>
                <a:lnTo>
                  <a:pt x="6558771" y="7031822"/>
                </a:lnTo>
                <a:close/>
              </a:path>
            </a:pathLst>
          </a:custGeom>
          <a:solidFill>
            <a:srgbClr val="2938FA"/>
          </a:solidFill>
          <a:ln>
            <a:noFill/>
          </a:ln>
        </p:spPr>
      </p:sp>
      <p:grpSp>
        <p:nvGrpSpPr>
          <p:cNvPr id="440" name="Google Shape;440;gf2c60f424f_0_38"/>
          <p:cNvGrpSpPr/>
          <p:nvPr/>
        </p:nvGrpSpPr>
        <p:grpSpPr>
          <a:xfrm>
            <a:off x="1028700" y="4269034"/>
            <a:ext cx="6930225" cy="1829108"/>
            <a:chOff x="0" y="66675"/>
            <a:chExt cx="9240300" cy="2438811"/>
          </a:xfrm>
        </p:grpSpPr>
        <p:sp>
          <p:nvSpPr>
            <p:cNvPr id="441" name="Google Shape;441;gf2c60f424f_0_38"/>
            <p:cNvSpPr txBox="1"/>
            <p:nvPr/>
          </p:nvSpPr>
          <p:spPr>
            <a:xfrm>
              <a:off x="0" y="2136186"/>
              <a:ext cx="9240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4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" name="Google Shape;442;gf2c60f424f_0_38"/>
            <p:cNvSpPr txBox="1"/>
            <p:nvPr/>
          </p:nvSpPr>
          <p:spPr>
            <a:xfrm>
              <a:off x="0" y="66675"/>
              <a:ext cx="9240300" cy="186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0001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b="1" lang="en-US" sz="9099">
                  <a:solidFill>
                    <a:srgbClr val="2938F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Demo</a:t>
              </a:r>
              <a:endParaRPr/>
            </a:p>
          </p:txBody>
        </p:sp>
      </p:grpSp>
      <p:sp>
        <p:nvSpPr>
          <p:cNvPr id="443" name="Google Shape;443;gf2c60f424f_0_38"/>
          <p:cNvSpPr txBox="1"/>
          <p:nvPr/>
        </p:nvSpPr>
        <p:spPr>
          <a:xfrm>
            <a:off x="10696270" y="2596059"/>
            <a:ext cx="62202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99">
                <a:solidFill>
                  <a:srgbClr val="2938FA"/>
                </a:solidFill>
                <a:latin typeface="VT323"/>
                <a:ea typeface="VT323"/>
                <a:cs typeface="VT323"/>
                <a:sym typeface="VT323"/>
              </a:rPr>
              <a:t>HTML Editor</a:t>
            </a:r>
            <a:endParaRPr/>
          </a:p>
        </p:txBody>
      </p:sp>
      <p:sp>
        <p:nvSpPr>
          <p:cNvPr id="444" name="Google Shape;444;gf2c60f424f_0_38"/>
          <p:cNvSpPr/>
          <p:nvPr/>
        </p:nvSpPr>
        <p:spPr>
          <a:xfrm>
            <a:off x="8915401" y="2700145"/>
            <a:ext cx="381000" cy="342900"/>
          </a:xfrm>
          <a:prstGeom prst="rect">
            <a:avLst/>
          </a:prstGeom>
          <a:solidFill>
            <a:srgbClr val="F1A5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gf2c60f424f_0_38"/>
          <p:cNvSpPr txBox="1"/>
          <p:nvPr/>
        </p:nvSpPr>
        <p:spPr>
          <a:xfrm>
            <a:off x="10696270" y="5232925"/>
            <a:ext cx="62202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99">
                <a:solidFill>
                  <a:srgbClr val="2938FA"/>
                </a:solidFill>
                <a:latin typeface="VT323"/>
                <a:ea typeface="VT323"/>
                <a:cs typeface="VT323"/>
                <a:sym typeface="VT323"/>
              </a:rPr>
              <a:t>File Chooser</a:t>
            </a:r>
            <a:endParaRPr/>
          </a:p>
        </p:txBody>
      </p:sp>
      <p:sp>
        <p:nvSpPr>
          <p:cNvPr id="446" name="Google Shape;446;gf2c60f424f_0_38"/>
          <p:cNvSpPr/>
          <p:nvPr/>
        </p:nvSpPr>
        <p:spPr>
          <a:xfrm>
            <a:off x="8915401" y="5288636"/>
            <a:ext cx="381000" cy="342900"/>
          </a:xfrm>
          <a:prstGeom prst="rect">
            <a:avLst/>
          </a:prstGeom>
          <a:solidFill>
            <a:srgbClr val="F1A5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gf2c60f424f_0_38"/>
          <p:cNvSpPr txBox="1"/>
          <p:nvPr/>
        </p:nvSpPr>
        <p:spPr>
          <a:xfrm>
            <a:off x="10696283" y="7658832"/>
            <a:ext cx="62202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99">
                <a:solidFill>
                  <a:srgbClr val="2938FA"/>
                </a:solidFill>
                <a:latin typeface="VT323"/>
                <a:ea typeface="VT323"/>
                <a:cs typeface="VT323"/>
                <a:sym typeface="VT323"/>
              </a:rPr>
              <a:t>Pagination Control</a:t>
            </a:r>
            <a:endParaRPr/>
          </a:p>
        </p:txBody>
      </p:sp>
      <p:sp>
        <p:nvSpPr>
          <p:cNvPr id="448" name="Google Shape;448;gf2c60f424f_0_38"/>
          <p:cNvSpPr/>
          <p:nvPr/>
        </p:nvSpPr>
        <p:spPr>
          <a:xfrm>
            <a:off x="8915401" y="7733518"/>
            <a:ext cx="381000" cy="342900"/>
          </a:xfrm>
          <a:prstGeom prst="rect">
            <a:avLst/>
          </a:prstGeom>
          <a:solidFill>
            <a:srgbClr val="F1A5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gf2c60f424f_0_38"/>
          <p:cNvSpPr txBox="1"/>
          <p:nvPr/>
        </p:nvSpPr>
        <p:spPr>
          <a:xfrm>
            <a:off x="2961967" y="100668"/>
            <a:ext cx="14297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gf2c60f424f_0_38"/>
          <p:cNvSpPr/>
          <p:nvPr/>
        </p:nvSpPr>
        <p:spPr>
          <a:xfrm>
            <a:off x="62535" y="76840"/>
            <a:ext cx="1684500" cy="412800"/>
          </a:xfrm>
          <a:prstGeom prst="rect">
            <a:avLst/>
          </a:prstGeom>
          <a:solidFill>
            <a:srgbClr val="F1A5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1" name="Google Shape;451;gf2c60f424f_0_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9790" y="-309317"/>
            <a:ext cx="1185037" cy="1185037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gf2c60f424f_0_38"/>
          <p:cNvSpPr txBox="1"/>
          <p:nvPr/>
        </p:nvSpPr>
        <p:spPr>
          <a:xfrm>
            <a:off x="4571992" y="123961"/>
            <a:ext cx="134694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00">
                <a:solidFill>
                  <a:srgbClr val="2938FA"/>
                </a:solidFill>
              </a:rPr>
              <a:t>JavaFX GUI Components (2) • Part 3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2938FA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f2c60f424f_2_204"/>
          <p:cNvSpPr/>
          <p:nvPr/>
        </p:nvSpPr>
        <p:spPr>
          <a:xfrm>
            <a:off x="7129413" y="0"/>
            <a:ext cx="11158587" cy="620841"/>
          </a:xfrm>
          <a:custGeom>
            <a:rect b="b" l="l" r="r" t="t"/>
            <a:pathLst>
              <a:path extrusionOk="0" h="449453" w="8078176">
                <a:moveTo>
                  <a:pt x="0" y="0"/>
                </a:moveTo>
                <a:lnTo>
                  <a:pt x="0" y="449453"/>
                </a:lnTo>
                <a:lnTo>
                  <a:pt x="8078176" y="449453"/>
                </a:lnTo>
                <a:lnTo>
                  <a:pt x="8078176" y="0"/>
                </a:lnTo>
                <a:lnTo>
                  <a:pt x="0" y="0"/>
                </a:lnTo>
                <a:close/>
                <a:moveTo>
                  <a:pt x="8017215" y="388493"/>
                </a:moveTo>
                <a:lnTo>
                  <a:pt x="59690" y="388493"/>
                </a:lnTo>
                <a:lnTo>
                  <a:pt x="59690" y="59690"/>
                </a:lnTo>
                <a:lnTo>
                  <a:pt x="8017215" y="59690"/>
                </a:lnTo>
                <a:lnTo>
                  <a:pt x="8017215" y="388493"/>
                </a:lnTo>
                <a:close/>
              </a:path>
            </a:pathLst>
          </a:custGeom>
          <a:solidFill>
            <a:srgbClr val="2938FA"/>
          </a:solidFill>
          <a:ln>
            <a:noFill/>
          </a:ln>
        </p:spPr>
      </p:sp>
      <p:sp>
        <p:nvSpPr>
          <p:cNvPr id="458" name="Google Shape;458;gf2c60f424f_2_204"/>
          <p:cNvSpPr/>
          <p:nvPr/>
        </p:nvSpPr>
        <p:spPr>
          <a:xfrm>
            <a:off x="7129413" y="85725"/>
            <a:ext cx="1856432" cy="450661"/>
          </a:xfrm>
          <a:prstGeom prst="rect">
            <a:avLst/>
          </a:prstGeom>
          <a:solidFill>
            <a:srgbClr val="F1A5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gf2c60f424f_2_204"/>
          <p:cNvSpPr/>
          <p:nvPr/>
        </p:nvSpPr>
        <p:spPr>
          <a:xfrm>
            <a:off x="7129413" y="0"/>
            <a:ext cx="11158587" cy="10287000"/>
          </a:xfrm>
          <a:custGeom>
            <a:rect b="b" l="l" r="r" t="t"/>
            <a:pathLst>
              <a:path extrusionOk="0" h="7447197" w="8078176">
                <a:moveTo>
                  <a:pt x="0" y="0"/>
                </a:moveTo>
                <a:lnTo>
                  <a:pt x="0" y="7447197"/>
                </a:lnTo>
                <a:lnTo>
                  <a:pt x="8078176" y="7447197"/>
                </a:lnTo>
                <a:lnTo>
                  <a:pt x="8078176" y="0"/>
                </a:lnTo>
                <a:lnTo>
                  <a:pt x="0" y="0"/>
                </a:lnTo>
                <a:close/>
                <a:moveTo>
                  <a:pt x="8017215" y="7386237"/>
                </a:moveTo>
                <a:lnTo>
                  <a:pt x="59690" y="7386237"/>
                </a:lnTo>
                <a:lnTo>
                  <a:pt x="59690" y="59690"/>
                </a:lnTo>
                <a:lnTo>
                  <a:pt x="8017215" y="59690"/>
                </a:lnTo>
                <a:lnTo>
                  <a:pt x="8017215" y="7386237"/>
                </a:lnTo>
                <a:close/>
              </a:path>
            </a:pathLst>
          </a:custGeom>
          <a:solidFill>
            <a:srgbClr val="2938FA"/>
          </a:solidFill>
          <a:ln>
            <a:noFill/>
          </a:ln>
        </p:spPr>
      </p:sp>
      <p:pic>
        <p:nvPicPr>
          <p:cNvPr id="460" name="Google Shape;460;gf2c60f424f_2_2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096079" y="-227122"/>
            <a:ext cx="19288027" cy="108012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1" name="Google Shape;461;gf2c60f424f_2_204"/>
          <p:cNvGrpSpPr/>
          <p:nvPr/>
        </p:nvGrpSpPr>
        <p:grpSpPr>
          <a:xfrm>
            <a:off x="-3305239" y="-91552"/>
            <a:ext cx="10434653" cy="10470104"/>
            <a:chOff x="0" y="0"/>
            <a:chExt cx="13912870" cy="13960138"/>
          </a:xfrm>
        </p:grpSpPr>
        <p:pic>
          <p:nvPicPr>
            <p:cNvPr id="462" name="Google Shape;462;gf2c60f424f_2_20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40910" y="0"/>
              <a:ext cx="4671960" cy="46719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3" name="Google Shape;463;gf2c60f424f_2_20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40910" y="4644089"/>
              <a:ext cx="4671960" cy="46719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4" name="Google Shape;464;gf2c60f424f_2_20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40910" y="9288178"/>
              <a:ext cx="4671960" cy="46719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5" name="Google Shape;465;gf2c60f424f_2_20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620455" y="0"/>
              <a:ext cx="4671960" cy="46719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6" name="Google Shape;466;gf2c60f424f_2_20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620455" y="4644089"/>
              <a:ext cx="4671960" cy="46719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7" name="Google Shape;467;gf2c60f424f_2_20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620455" y="9288178"/>
              <a:ext cx="4671960" cy="46719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8" name="Google Shape;468;gf2c60f424f_2_20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0"/>
              <a:ext cx="4671960" cy="46719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9" name="Google Shape;469;gf2c60f424f_2_20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4644089"/>
              <a:ext cx="4671960" cy="46719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0" name="Google Shape;470;gf2c60f424f_2_20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9288178"/>
              <a:ext cx="4671960" cy="467196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71" name="Google Shape;471;gf2c60f424f_2_20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53687" y="-258390"/>
            <a:ext cx="1185037" cy="11850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2" name="Google Shape;472;gf2c60f424f_2_204"/>
          <p:cNvGrpSpPr/>
          <p:nvPr/>
        </p:nvGrpSpPr>
        <p:grpSpPr>
          <a:xfrm>
            <a:off x="244375" y="1799937"/>
            <a:ext cx="6068672" cy="6346954"/>
            <a:chOff x="0" y="0"/>
            <a:chExt cx="14414898" cy="16117201"/>
          </a:xfrm>
        </p:grpSpPr>
        <p:sp>
          <p:nvSpPr>
            <p:cNvPr id="473" name="Google Shape;473;gf2c60f424f_2_204"/>
            <p:cNvSpPr/>
            <p:nvPr/>
          </p:nvSpPr>
          <p:spPr>
            <a:xfrm>
              <a:off x="72390" y="72390"/>
              <a:ext cx="14270119" cy="15972420"/>
            </a:xfrm>
            <a:custGeom>
              <a:rect b="b" l="l" r="r" t="t"/>
              <a:pathLst>
                <a:path extrusionOk="0" h="15972420" w="14270119">
                  <a:moveTo>
                    <a:pt x="0" y="0"/>
                  </a:moveTo>
                  <a:lnTo>
                    <a:pt x="14270119" y="0"/>
                  </a:lnTo>
                  <a:lnTo>
                    <a:pt x="14270119" y="15972420"/>
                  </a:lnTo>
                  <a:lnTo>
                    <a:pt x="0" y="159724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1A5D6"/>
            </a:solidFill>
            <a:ln>
              <a:noFill/>
            </a:ln>
          </p:spPr>
        </p:sp>
        <p:sp>
          <p:nvSpPr>
            <p:cNvPr id="474" name="Google Shape;474;gf2c60f424f_2_204"/>
            <p:cNvSpPr/>
            <p:nvPr/>
          </p:nvSpPr>
          <p:spPr>
            <a:xfrm>
              <a:off x="0" y="0"/>
              <a:ext cx="14414898" cy="16117201"/>
            </a:xfrm>
            <a:custGeom>
              <a:rect b="b" l="l" r="r" t="t"/>
              <a:pathLst>
                <a:path extrusionOk="0" h="16117201" w="14414898">
                  <a:moveTo>
                    <a:pt x="14270118" y="15972420"/>
                  </a:moveTo>
                  <a:lnTo>
                    <a:pt x="14414898" y="15972420"/>
                  </a:lnTo>
                  <a:lnTo>
                    <a:pt x="14414898" y="16117201"/>
                  </a:lnTo>
                  <a:lnTo>
                    <a:pt x="14270118" y="16117201"/>
                  </a:lnTo>
                  <a:lnTo>
                    <a:pt x="14270118" y="15972420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5972420"/>
                  </a:lnTo>
                  <a:lnTo>
                    <a:pt x="0" y="15972420"/>
                  </a:lnTo>
                  <a:lnTo>
                    <a:pt x="0" y="144780"/>
                  </a:lnTo>
                  <a:close/>
                  <a:moveTo>
                    <a:pt x="0" y="15972420"/>
                  </a:moveTo>
                  <a:lnTo>
                    <a:pt x="144780" y="15972420"/>
                  </a:lnTo>
                  <a:lnTo>
                    <a:pt x="144780" y="16117201"/>
                  </a:lnTo>
                  <a:lnTo>
                    <a:pt x="0" y="16117201"/>
                  </a:lnTo>
                  <a:lnTo>
                    <a:pt x="0" y="15972420"/>
                  </a:lnTo>
                  <a:close/>
                  <a:moveTo>
                    <a:pt x="14270118" y="144780"/>
                  </a:moveTo>
                  <a:lnTo>
                    <a:pt x="14414898" y="144780"/>
                  </a:lnTo>
                  <a:lnTo>
                    <a:pt x="14414898" y="15972420"/>
                  </a:lnTo>
                  <a:lnTo>
                    <a:pt x="14270118" y="15972420"/>
                  </a:lnTo>
                  <a:lnTo>
                    <a:pt x="14270118" y="144780"/>
                  </a:lnTo>
                  <a:close/>
                  <a:moveTo>
                    <a:pt x="144780" y="15972420"/>
                  </a:moveTo>
                  <a:lnTo>
                    <a:pt x="14270118" y="15972420"/>
                  </a:lnTo>
                  <a:lnTo>
                    <a:pt x="14270118" y="16117201"/>
                  </a:lnTo>
                  <a:lnTo>
                    <a:pt x="144780" y="16117201"/>
                  </a:lnTo>
                  <a:lnTo>
                    <a:pt x="144780" y="15972420"/>
                  </a:lnTo>
                  <a:close/>
                  <a:moveTo>
                    <a:pt x="14270118" y="0"/>
                  </a:moveTo>
                  <a:lnTo>
                    <a:pt x="14414898" y="0"/>
                  </a:lnTo>
                  <a:lnTo>
                    <a:pt x="14414898" y="144780"/>
                  </a:lnTo>
                  <a:lnTo>
                    <a:pt x="14270118" y="144780"/>
                  </a:lnTo>
                  <a:lnTo>
                    <a:pt x="14270118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4270118" y="0"/>
                  </a:lnTo>
                  <a:lnTo>
                    <a:pt x="14270118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2938FA"/>
            </a:solidFill>
            <a:ln>
              <a:noFill/>
            </a:ln>
          </p:spPr>
        </p:sp>
      </p:grpSp>
      <p:grpSp>
        <p:nvGrpSpPr>
          <p:cNvPr id="475" name="Google Shape;475;gf2c60f424f_2_204"/>
          <p:cNvGrpSpPr/>
          <p:nvPr/>
        </p:nvGrpSpPr>
        <p:grpSpPr>
          <a:xfrm>
            <a:off x="589989" y="2140110"/>
            <a:ext cx="6068672" cy="6346954"/>
            <a:chOff x="0" y="0"/>
            <a:chExt cx="14414898" cy="16117201"/>
          </a:xfrm>
        </p:grpSpPr>
        <p:sp>
          <p:nvSpPr>
            <p:cNvPr id="476" name="Google Shape;476;gf2c60f424f_2_204"/>
            <p:cNvSpPr/>
            <p:nvPr/>
          </p:nvSpPr>
          <p:spPr>
            <a:xfrm>
              <a:off x="72390" y="72390"/>
              <a:ext cx="14270119" cy="15972420"/>
            </a:xfrm>
            <a:custGeom>
              <a:rect b="b" l="l" r="r" t="t"/>
              <a:pathLst>
                <a:path extrusionOk="0" h="15972420" w="14270119">
                  <a:moveTo>
                    <a:pt x="0" y="0"/>
                  </a:moveTo>
                  <a:lnTo>
                    <a:pt x="14270119" y="0"/>
                  </a:lnTo>
                  <a:lnTo>
                    <a:pt x="14270119" y="15972420"/>
                  </a:lnTo>
                  <a:lnTo>
                    <a:pt x="0" y="159724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77" name="Google Shape;477;gf2c60f424f_2_204"/>
            <p:cNvSpPr/>
            <p:nvPr/>
          </p:nvSpPr>
          <p:spPr>
            <a:xfrm>
              <a:off x="0" y="0"/>
              <a:ext cx="14414898" cy="16117201"/>
            </a:xfrm>
            <a:custGeom>
              <a:rect b="b" l="l" r="r" t="t"/>
              <a:pathLst>
                <a:path extrusionOk="0" h="16117201" w="14414898">
                  <a:moveTo>
                    <a:pt x="14270118" y="15972420"/>
                  </a:moveTo>
                  <a:lnTo>
                    <a:pt x="14414898" y="15972420"/>
                  </a:lnTo>
                  <a:lnTo>
                    <a:pt x="14414898" y="16117201"/>
                  </a:lnTo>
                  <a:lnTo>
                    <a:pt x="14270118" y="16117201"/>
                  </a:lnTo>
                  <a:lnTo>
                    <a:pt x="14270118" y="15972420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5972420"/>
                  </a:lnTo>
                  <a:lnTo>
                    <a:pt x="0" y="15972420"/>
                  </a:lnTo>
                  <a:lnTo>
                    <a:pt x="0" y="144780"/>
                  </a:lnTo>
                  <a:close/>
                  <a:moveTo>
                    <a:pt x="0" y="15972420"/>
                  </a:moveTo>
                  <a:lnTo>
                    <a:pt x="144780" y="15972420"/>
                  </a:lnTo>
                  <a:lnTo>
                    <a:pt x="144780" y="16117201"/>
                  </a:lnTo>
                  <a:lnTo>
                    <a:pt x="0" y="16117201"/>
                  </a:lnTo>
                  <a:lnTo>
                    <a:pt x="0" y="15972420"/>
                  </a:lnTo>
                  <a:close/>
                  <a:moveTo>
                    <a:pt x="14270118" y="144780"/>
                  </a:moveTo>
                  <a:lnTo>
                    <a:pt x="14414898" y="144780"/>
                  </a:lnTo>
                  <a:lnTo>
                    <a:pt x="14414898" y="15972420"/>
                  </a:lnTo>
                  <a:lnTo>
                    <a:pt x="14270118" y="15972420"/>
                  </a:lnTo>
                  <a:lnTo>
                    <a:pt x="14270118" y="144780"/>
                  </a:lnTo>
                  <a:close/>
                  <a:moveTo>
                    <a:pt x="144780" y="15972420"/>
                  </a:moveTo>
                  <a:lnTo>
                    <a:pt x="14270118" y="15972420"/>
                  </a:lnTo>
                  <a:lnTo>
                    <a:pt x="14270118" y="16117201"/>
                  </a:lnTo>
                  <a:lnTo>
                    <a:pt x="144780" y="16117201"/>
                  </a:lnTo>
                  <a:lnTo>
                    <a:pt x="144780" y="15972420"/>
                  </a:lnTo>
                  <a:close/>
                  <a:moveTo>
                    <a:pt x="14270118" y="0"/>
                  </a:moveTo>
                  <a:lnTo>
                    <a:pt x="14414898" y="0"/>
                  </a:lnTo>
                  <a:lnTo>
                    <a:pt x="14414898" y="144780"/>
                  </a:lnTo>
                  <a:lnTo>
                    <a:pt x="14270118" y="144780"/>
                  </a:lnTo>
                  <a:lnTo>
                    <a:pt x="14270118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4270118" y="0"/>
                  </a:lnTo>
                  <a:lnTo>
                    <a:pt x="14270118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2938FA"/>
            </a:solidFill>
            <a:ln>
              <a:noFill/>
            </a:ln>
          </p:spPr>
        </p:sp>
      </p:grpSp>
      <p:grpSp>
        <p:nvGrpSpPr>
          <p:cNvPr id="478" name="Google Shape;478;gf2c60f424f_2_204"/>
          <p:cNvGrpSpPr/>
          <p:nvPr/>
        </p:nvGrpSpPr>
        <p:grpSpPr>
          <a:xfrm>
            <a:off x="1031040" y="3232848"/>
            <a:ext cx="5491652" cy="4063228"/>
            <a:chOff x="-4" y="-9515"/>
            <a:chExt cx="6384900" cy="5051253"/>
          </a:xfrm>
        </p:grpSpPr>
        <p:sp>
          <p:nvSpPr>
            <p:cNvPr id="479" name="Google Shape;479;gf2c60f424f_2_204"/>
            <p:cNvSpPr txBox="1"/>
            <p:nvPr/>
          </p:nvSpPr>
          <p:spPr>
            <a:xfrm>
              <a:off x="0" y="1858438"/>
              <a:ext cx="6032100" cy="318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199" u="none" cap="none" strike="noStrike">
                  <a:solidFill>
                    <a:srgbClr val="2938FA"/>
                  </a:solidFill>
                  <a:latin typeface="VT323"/>
                  <a:ea typeface="VT323"/>
                  <a:cs typeface="VT323"/>
                  <a:sym typeface="VT323"/>
                </a:rPr>
                <a:t>Data Manipulation:</a:t>
              </a:r>
              <a:endParaRPr/>
            </a:p>
            <a:p>
              <a:pPr indent="0" lvl="0" marL="0" marR="0" rtl="0" algn="l">
                <a:lnSpc>
                  <a:spcPct val="14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199" u="none" cap="none" strike="noStrike">
                  <a:solidFill>
                    <a:srgbClr val="2938FA"/>
                  </a:solidFill>
                  <a:latin typeface="VT323"/>
                  <a:ea typeface="VT323"/>
                  <a:cs typeface="VT323"/>
                  <a:sym typeface="VT323"/>
                </a:rPr>
                <a:t>-View Data</a:t>
              </a:r>
              <a:endParaRPr/>
            </a:p>
            <a:p>
              <a:pPr indent="0" lvl="0" marL="0" marR="0" rtl="0" algn="l">
                <a:lnSpc>
                  <a:spcPct val="14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199" u="none" cap="none" strike="noStrike">
                  <a:solidFill>
                    <a:srgbClr val="2938FA"/>
                  </a:solidFill>
                  <a:latin typeface="VT323"/>
                  <a:ea typeface="VT323"/>
                  <a:cs typeface="VT323"/>
                  <a:sym typeface="VT323"/>
                </a:rPr>
                <a:t>-Add Data</a:t>
              </a:r>
              <a:endParaRPr/>
            </a:p>
            <a:p>
              <a:pPr indent="0" lvl="0" marL="0" marR="0" rtl="0" algn="l">
                <a:lnSpc>
                  <a:spcPct val="14004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199" u="none" cap="none" strike="noStrike">
                  <a:solidFill>
                    <a:srgbClr val="2938FA"/>
                  </a:solidFill>
                  <a:latin typeface="VT323"/>
                  <a:ea typeface="VT323"/>
                  <a:cs typeface="VT323"/>
                  <a:sym typeface="VT323"/>
                </a:rPr>
                <a:t>-Change Front-end</a:t>
              </a:r>
              <a:endParaRPr/>
            </a:p>
          </p:txBody>
        </p:sp>
        <p:sp>
          <p:nvSpPr>
            <p:cNvPr id="480" name="Google Shape;480;gf2c60f424f_2_204"/>
            <p:cNvSpPr txBox="1"/>
            <p:nvPr/>
          </p:nvSpPr>
          <p:spPr>
            <a:xfrm>
              <a:off x="-4" y="-9515"/>
              <a:ext cx="6384900" cy="114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99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000" u="none" cap="none" strike="noStrike">
                  <a:solidFill>
                    <a:srgbClr val="2938F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CONCLUSION</a:t>
              </a:r>
              <a:endParaRPr b="1" sz="6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481" name="Google Shape;481;gf2c60f424f_2_20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50011" y="1322010"/>
            <a:ext cx="9517400" cy="7703025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gf2c60f424f_2_204"/>
          <p:cNvSpPr txBox="1"/>
          <p:nvPr/>
        </p:nvSpPr>
        <p:spPr>
          <a:xfrm>
            <a:off x="4531392" y="161936"/>
            <a:ext cx="134694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00">
                <a:solidFill>
                  <a:srgbClr val="2938FA"/>
                </a:solidFill>
              </a:rPr>
              <a:t>JavaFX GUI Components (2) • Sep. 27, 2021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2938FA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f2c60f424f_2_257"/>
          <p:cNvSpPr/>
          <p:nvPr/>
        </p:nvSpPr>
        <p:spPr>
          <a:xfrm>
            <a:off x="-298367" y="489563"/>
            <a:ext cx="6909661" cy="10105693"/>
          </a:xfrm>
          <a:prstGeom prst="rect">
            <a:avLst/>
          </a:prstGeom>
          <a:solidFill>
            <a:srgbClr val="F8EA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gf2c60f424f_2_257"/>
          <p:cNvSpPr/>
          <p:nvPr/>
        </p:nvSpPr>
        <p:spPr>
          <a:xfrm>
            <a:off x="6611294" y="489563"/>
            <a:ext cx="11676708" cy="9797437"/>
          </a:xfrm>
          <a:custGeom>
            <a:rect b="b" l="l" r="r" t="t"/>
            <a:pathLst>
              <a:path extrusionOk="0" h="7092782" w="8453265">
                <a:moveTo>
                  <a:pt x="0" y="0"/>
                </a:moveTo>
                <a:lnTo>
                  <a:pt x="0" y="7092782"/>
                </a:lnTo>
                <a:lnTo>
                  <a:pt x="8453265" y="7092782"/>
                </a:lnTo>
                <a:lnTo>
                  <a:pt x="8453265" y="0"/>
                </a:lnTo>
                <a:lnTo>
                  <a:pt x="0" y="0"/>
                </a:lnTo>
                <a:close/>
                <a:moveTo>
                  <a:pt x="8392305" y="7031822"/>
                </a:moveTo>
                <a:lnTo>
                  <a:pt x="59690" y="7031822"/>
                </a:lnTo>
                <a:lnTo>
                  <a:pt x="59690" y="59690"/>
                </a:lnTo>
                <a:lnTo>
                  <a:pt x="8392305" y="59690"/>
                </a:lnTo>
                <a:lnTo>
                  <a:pt x="8392305" y="7031822"/>
                </a:lnTo>
                <a:close/>
              </a:path>
            </a:pathLst>
          </a:custGeom>
          <a:solidFill>
            <a:srgbClr val="2938FA"/>
          </a:solidFill>
          <a:ln>
            <a:noFill/>
          </a:ln>
        </p:spPr>
      </p:sp>
      <p:sp>
        <p:nvSpPr>
          <p:cNvPr id="489" name="Google Shape;489;gf2c60f424f_2_257"/>
          <p:cNvSpPr/>
          <p:nvPr/>
        </p:nvSpPr>
        <p:spPr>
          <a:xfrm>
            <a:off x="31267" y="76840"/>
            <a:ext cx="1684617" cy="412723"/>
          </a:xfrm>
          <a:prstGeom prst="rect">
            <a:avLst/>
          </a:prstGeom>
          <a:solidFill>
            <a:srgbClr val="F1A5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gf2c60f424f_2_25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7447197" w="13239462">
                <a:moveTo>
                  <a:pt x="0" y="0"/>
                </a:moveTo>
                <a:lnTo>
                  <a:pt x="0" y="7447197"/>
                </a:lnTo>
                <a:lnTo>
                  <a:pt x="13239462" y="7447197"/>
                </a:lnTo>
                <a:lnTo>
                  <a:pt x="13239462" y="0"/>
                </a:lnTo>
                <a:lnTo>
                  <a:pt x="0" y="0"/>
                </a:lnTo>
                <a:close/>
                <a:moveTo>
                  <a:pt x="13178501" y="7386237"/>
                </a:moveTo>
                <a:lnTo>
                  <a:pt x="59690" y="7386237"/>
                </a:lnTo>
                <a:lnTo>
                  <a:pt x="59690" y="59690"/>
                </a:lnTo>
                <a:lnTo>
                  <a:pt x="13178501" y="59690"/>
                </a:lnTo>
                <a:lnTo>
                  <a:pt x="13178501" y="7386237"/>
                </a:lnTo>
                <a:close/>
              </a:path>
            </a:pathLst>
          </a:custGeom>
          <a:solidFill>
            <a:srgbClr val="2938FA"/>
          </a:solidFill>
          <a:ln>
            <a:noFill/>
          </a:ln>
        </p:spPr>
      </p:sp>
      <p:sp>
        <p:nvSpPr>
          <p:cNvPr id="491" name="Google Shape;491;gf2c60f424f_2_257"/>
          <p:cNvSpPr/>
          <p:nvPr/>
        </p:nvSpPr>
        <p:spPr>
          <a:xfrm>
            <a:off x="0" y="489563"/>
            <a:ext cx="18288000" cy="9797437"/>
          </a:xfrm>
          <a:custGeom>
            <a:rect b="b" l="l" r="r" t="t"/>
            <a:pathLst>
              <a:path extrusionOk="0" h="7092782" w="13239462">
                <a:moveTo>
                  <a:pt x="0" y="0"/>
                </a:moveTo>
                <a:lnTo>
                  <a:pt x="0" y="7092782"/>
                </a:lnTo>
                <a:lnTo>
                  <a:pt x="13239462" y="7092782"/>
                </a:lnTo>
                <a:lnTo>
                  <a:pt x="13239462" y="0"/>
                </a:lnTo>
                <a:lnTo>
                  <a:pt x="0" y="0"/>
                </a:lnTo>
                <a:close/>
                <a:moveTo>
                  <a:pt x="13178501" y="7031822"/>
                </a:moveTo>
                <a:lnTo>
                  <a:pt x="59690" y="7031822"/>
                </a:lnTo>
                <a:lnTo>
                  <a:pt x="59690" y="59690"/>
                </a:lnTo>
                <a:lnTo>
                  <a:pt x="13178501" y="59690"/>
                </a:lnTo>
                <a:lnTo>
                  <a:pt x="13178501" y="7031822"/>
                </a:lnTo>
                <a:close/>
              </a:path>
            </a:pathLst>
          </a:custGeom>
          <a:solidFill>
            <a:srgbClr val="2938FA"/>
          </a:solidFill>
          <a:ln>
            <a:noFill/>
          </a:ln>
        </p:spPr>
      </p:sp>
      <p:sp>
        <p:nvSpPr>
          <p:cNvPr id="492" name="Google Shape;492;gf2c60f424f_2_257"/>
          <p:cNvSpPr/>
          <p:nvPr/>
        </p:nvSpPr>
        <p:spPr>
          <a:xfrm>
            <a:off x="12388003" y="576045"/>
            <a:ext cx="25347" cy="11612150"/>
          </a:xfrm>
          <a:prstGeom prst="rect">
            <a:avLst/>
          </a:prstGeom>
          <a:solidFill>
            <a:srgbClr val="293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gf2c60f424f_2_257"/>
          <p:cNvSpPr/>
          <p:nvPr/>
        </p:nvSpPr>
        <p:spPr>
          <a:xfrm>
            <a:off x="6580659" y="-602174"/>
            <a:ext cx="25347" cy="11612150"/>
          </a:xfrm>
          <a:prstGeom prst="rect">
            <a:avLst/>
          </a:prstGeom>
          <a:solidFill>
            <a:srgbClr val="2938FA">
              <a:alpha val="2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94" name="Google Shape;494;gf2c60f424f_2_2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9790" y="-309317"/>
            <a:ext cx="1185037" cy="1185037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gf2c60f424f_2_257"/>
          <p:cNvSpPr txBox="1"/>
          <p:nvPr/>
        </p:nvSpPr>
        <p:spPr>
          <a:xfrm>
            <a:off x="842309" y="4102421"/>
            <a:ext cx="4477800" cy="24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2938F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Additional UI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96" name="Google Shape;496;gf2c60f424f_2_257"/>
          <p:cNvGrpSpPr/>
          <p:nvPr/>
        </p:nvGrpSpPr>
        <p:grpSpPr>
          <a:xfrm>
            <a:off x="7549367" y="1612171"/>
            <a:ext cx="3879550" cy="2499775"/>
            <a:chOff x="0" y="-1491075"/>
            <a:chExt cx="5172733" cy="3333034"/>
          </a:xfrm>
        </p:grpSpPr>
        <p:sp>
          <p:nvSpPr>
            <p:cNvPr id="497" name="Google Shape;497;gf2c60f424f_2_257"/>
            <p:cNvSpPr txBox="1"/>
            <p:nvPr/>
          </p:nvSpPr>
          <p:spPr>
            <a:xfrm>
              <a:off x="28033" y="-1491075"/>
              <a:ext cx="5144700" cy="102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999" u="none" cap="none" strike="noStrike">
                  <a:solidFill>
                    <a:srgbClr val="2938FA"/>
                  </a:solidFill>
                  <a:latin typeface="VT323"/>
                  <a:ea typeface="VT323"/>
                  <a:cs typeface="VT323"/>
                  <a:sym typeface="VT323"/>
                </a:rPr>
                <a:t>WEB VIEW</a:t>
              </a:r>
              <a:endParaRPr/>
            </a:p>
          </p:txBody>
        </p:sp>
        <p:sp>
          <p:nvSpPr>
            <p:cNvPr id="498" name="Google Shape;498;gf2c60f424f_2_257"/>
            <p:cNvSpPr txBox="1"/>
            <p:nvPr/>
          </p:nvSpPr>
          <p:spPr>
            <a:xfrm>
              <a:off x="0" y="1215684"/>
              <a:ext cx="5098266" cy="626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1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9" name="Google Shape;499;gf2c60f424f_2_257"/>
          <p:cNvGrpSpPr/>
          <p:nvPr/>
        </p:nvGrpSpPr>
        <p:grpSpPr>
          <a:xfrm>
            <a:off x="7625567" y="6702650"/>
            <a:ext cx="10115558" cy="2634045"/>
            <a:chOff x="0" y="427373"/>
            <a:chExt cx="13487410" cy="3512061"/>
          </a:xfrm>
        </p:grpSpPr>
        <p:sp>
          <p:nvSpPr>
            <p:cNvPr id="500" name="Google Shape;500;gf2c60f424f_2_257"/>
            <p:cNvSpPr txBox="1"/>
            <p:nvPr/>
          </p:nvSpPr>
          <p:spPr>
            <a:xfrm>
              <a:off x="7350010" y="427373"/>
              <a:ext cx="6137400" cy="102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000" u="none" cap="none" strike="noStrike">
                  <a:solidFill>
                    <a:srgbClr val="2938FA"/>
                  </a:solidFill>
                  <a:latin typeface="VT323"/>
                  <a:ea typeface="VT323"/>
                  <a:cs typeface="VT323"/>
                  <a:sym typeface="VT323"/>
                </a:rPr>
                <a:t>GUI COMPONENTS (1)</a:t>
              </a:r>
              <a:endParaRPr/>
            </a:p>
          </p:txBody>
        </p:sp>
        <p:sp>
          <p:nvSpPr>
            <p:cNvPr id="501" name="Google Shape;501;gf2c60f424f_2_257"/>
            <p:cNvSpPr txBox="1"/>
            <p:nvPr/>
          </p:nvSpPr>
          <p:spPr>
            <a:xfrm>
              <a:off x="0" y="3570134"/>
              <a:ext cx="50982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1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2" name="Google Shape;502;gf2c60f424f_2_257"/>
          <p:cNvGrpSpPr/>
          <p:nvPr/>
        </p:nvGrpSpPr>
        <p:grpSpPr>
          <a:xfrm>
            <a:off x="13161752" y="3642240"/>
            <a:ext cx="4097549" cy="5887171"/>
            <a:chOff x="-365133" y="1207934"/>
            <a:chExt cx="5463399" cy="7849566"/>
          </a:xfrm>
        </p:grpSpPr>
        <p:sp>
          <p:nvSpPr>
            <p:cNvPr id="503" name="Google Shape;503;gf2c60f424f_2_257"/>
            <p:cNvSpPr txBox="1"/>
            <p:nvPr/>
          </p:nvSpPr>
          <p:spPr>
            <a:xfrm>
              <a:off x="-365133" y="8031200"/>
              <a:ext cx="5098200" cy="102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000" u="none" cap="none" strike="noStrike">
                  <a:solidFill>
                    <a:srgbClr val="2938FA"/>
                  </a:solidFill>
                  <a:latin typeface="VT323"/>
                  <a:ea typeface="VT323"/>
                  <a:cs typeface="VT323"/>
                  <a:sym typeface="VT323"/>
                </a:rPr>
                <a:t>IMAGE VIEW</a:t>
              </a:r>
              <a:endParaRPr/>
            </a:p>
          </p:txBody>
        </p:sp>
        <p:sp>
          <p:nvSpPr>
            <p:cNvPr id="504" name="Google Shape;504;gf2c60f424f_2_257"/>
            <p:cNvSpPr txBox="1"/>
            <p:nvPr/>
          </p:nvSpPr>
          <p:spPr>
            <a:xfrm>
              <a:off x="0" y="1207934"/>
              <a:ext cx="5098266" cy="626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1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5" name="Google Shape;505;gf2c60f424f_2_257"/>
          <p:cNvGrpSpPr/>
          <p:nvPr/>
        </p:nvGrpSpPr>
        <p:grpSpPr>
          <a:xfrm>
            <a:off x="13372427" y="2900330"/>
            <a:ext cx="3833025" cy="3141550"/>
            <a:chOff x="-12500" y="-2611500"/>
            <a:chExt cx="5110700" cy="4188734"/>
          </a:xfrm>
        </p:grpSpPr>
        <p:sp>
          <p:nvSpPr>
            <p:cNvPr id="506" name="Google Shape;506;gf2c60f424f_2_257"/>
            <p:cNvSpPr txBox="1"/>
            <p:nvPr/>
          </p:nvSpPr>
          <p:spPr>
            <a:xfrm>
              <a:off x="-12500" y="-2611500"/>
              <a:ext cx="5098200" cy="102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000" u="none" cap="none" strike="noStrike">
                  <a:solidFill>
                    <a:srgbClr val="2938FA"/>
                  </a:solidFill>
                  <a:latin typeface="VT323"/>
                  <a:ea typeface="VT323"/>
                  <a:cs typeface="VT323"/>
                  <a:sym typeface="VT323"/>
                </a:rPr>
                <a:t>CSS</a:t>
              </a:r>
              <a:endParaRPr/>
            </a:p>
          </p:txBody>
        </p:sp>
        <p:sp>
          <p:nvSpPr>
            <p:cNvPr id="507" name="Google Shape;507;gf2c60f424f_2_257"/>
            <p:cNvSpPr txBox="1"/>
            <p:nvPr/>
          </p:nvSpPr>
          <p:spPr>
            <a:xfrm>
              <a:off x="0" y="1207934"/>
              <a:ext cx="50982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1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8" name="Google Shape;508;gf2c60f424f_2_257"/>
          <p:cNvSpPr/>
          <p:nvPr/>
        </p:nvSpPr>
        <p:spPr>
          <a:xfrm flipH="1" rot="10800000">
            <a:off x="12366999" y="2590850"/>
            <a:ext cx="5900100" cy="31500"/>
          </a:xfrm>
          <a:prstGeom prst="rect">
            <a:avLst/>
          </a:prstGeom>
          <a:solidFill>
            <a:srgbClr val="293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gf2c60f424f_2_257"/>
          <p:cNvSpPr txBox="1"/>
          <p:nvPr/>
        </p:nvSpPr>
        <p:spPr>
          <a:xfrm>
            <a:off x="13372427" y="1212667"/>
            <a:ext cx="3823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2938FA"/>
                </a:solidFill>
                <a:latin typeface="VT323"/>
                <a:ea typeface="VT323"/>
                <a:cs typeface="VT323"/>
                <a:sym typeface="VT323"/>
              </a:rPr>
              <a:t>Anchor Pane</a:t>
            </a:r>
            <a:endParaRPr/>
          </a:p>
        </p:txBody>
      </p:sp>
      <p:sp>
        <p:nvSpPr>
          <p:cNvPr id="510" name="Google Shape;510;gf2c60f424f_2_257"/>
          <p:cNvSpPr/>
          <p:nvPr/>
        </p:nvSpPr>
        <p:spPr>
          <a:xfrm flipH="1" rot="10800000">
            <a:off x="12338887" y="4111938"/>
            <a:ext cx="5900100" cy="31500"/>
          </a:xfrm>
          <a:prstGeom prst="rect">
            <a:avLst/>
          </a:prstGeom>
          <a:solidFill>
            <a:srgbClr val="293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gf2c60f424f_2_257"/>
          <p:cNvSpPr txBox="1"/>
          <p:nvPr/>
        </p:nvSpPr>
        <p:spPr>
          <a:xfrm>
            <a:off x="13184327" y="4666755"/>
            <a:ext cx="3823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2938FA"/>
                </a:solidFill>
                <a:latin typeface="VT323"/>
                <a:ea typeface="VT323"/>
                <a:cs typeface="VT323"/>
                <a:sym typeface="VT323"/>
              </a:rPr>
              <a:t>EventHandler</a:t>
            </a:r>
            <a:endParaRPr/>
          </a:p>
        </p:txBody>
      </p:sp>
      <p:sp>
        <p:nvSpPr>
          <p:cNvPr id="512" name="Google Shape;512;gf2c60f424f_2_257"/>
          <p:cNvSpPr txBox="1"/>
          <p:nvPr/>
        </p:nvSpPr>
        <p:spPr>
          <a:xfrm>
            <a:off x="4531392" y="161936"/>
            <a:ext cx="134694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00">
                <a:solidFill>
                  <a:srgbClr val="2938FA"/>
                </a:solidFill>
              </a:rPr>
              <a:t>JavaFX GUI Components (2) • Sep. 27, 2021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2938FA"/>
              </a:solidFill>
            </a:endParaRPr>
          </a:p>
        </p:txBody>
      </p:sp>
      <p:sp>
        <p:nvSpPr>
          <p:cNvPr id="513" name="Google Shape;513;gf2c60f424f_2_257"/>
          <p:cNvSpPr/>
          <p:nvPr/>
        </p:nvSpPr>
        <p:spPr>
          <a:xfrm flipH="1" rot="10800000">
            <a:off x="12413362" y="6010363"/>
            <a:ext cx="5900100" cy="31500"/>
          </a:xfrm>
          <a:prstGeom prst="rect">
            <a:avLst/>
          </a:prstGeom>
          <a:solidFill>
            <a:srgbClr val="293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gf2c60f424f_2_257"/>
          <p:cNvSpPr/>
          <p:nvPr/>
        </p:nvSpPr>
        <p:spPr>
          <a:xfrm flipH="1" rot="10800000">
            <a:off x="12413362" y="8176475"/>
            <a:ext cx="5900100" cy="31500"/>
          </a:xfrm>
          <a:prstGeom prst="rect">
            <a:avLst/>
          </a:prstGeom>
          <a:solidFill>
            <a:srgbClr val="293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15" name="Google Shape;515;gf2c60f424f_2_2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28400" y="3812825"/>
            <a:ext cx="5410475" cy="466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f2c60f424f_2_28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7447197" w="13239462">
                <a:moveTo>
                  <a:pt x="0" y="0"/>
                </a:moveTo>
                <a:lnTo>
                  <a:pt x="0" y="7447197"/>
                </a:lnTo>
                <a:lnTo>
                  <a:pt x="13239462" y="7447197"/>
                </a:lnTo>
                <a:lnTo>
                  <a:pt x="13239462" y="0"/>
                </a:lnTo>
                <a:lnTo>
                  <a:pt x="0" y="0"/>
                </a:lnTo>
                <a:close/>
                <a:moveTo>
                  <a:pt x="13178501" y="7386237"/>
                </a:moveTo>
                <a:lnTo>
                  <a:pt x="59690" y="7386237"/>
                </a:lnTo>
                <a:lnTo>
                  <a:pt x="59690" y="59690"/>
                </a:lnTo>
                <a:lnTo>
                  <a:pt x="13178501" y="59690"/>
                </a:lnTo>
                <a:lnTo>
                  <a:pt x="13178501" y="7386237"/>
                </a:lnTo>
                <a:close/>
              </a:path>
            </a:pathLst>
          </a:custGeom>
          <a:solidFill>
            <a:srgbClr val="2938FA"/>
          </a:solidFill>
          <a:ln>
            <a:noFill/>
          </a:ln>
        </p:spPr>
      </p:sp>
      <p:sp>
        <p:nvSpPr>
          <p:cNvPr id="521" name="Google Shape;521;gf2c60f424f_2_283"/>
          <p:cNvSpPr txBox="1"/>
          <p:nvPr/>
        </p:nvSpPr>
        <p:spPr>
          <a:xfrm>
            <a:off x="2977566" y="4665316"/>
            <a:ext cx="7457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799" u="none" cap="none" strike="noStrike">
                <a:solidFill>
                  <a:srgbClr val="2938F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522" name="Google Shape;522;gf2c60f424f_2_283"/>
          <p:cNvGrpSpPr/>
          <p:nvPr/>
        </p:nvGrpSpPr>
        <p:grpSpPr>
          <a:xfrm>
            <a:off x="11442023" y="2341027"/>
            <a:ext cx="5817375" cy="7087433"/>
            <a:chOff x="0" y="-38100"/>
            <a:chExt cx="7756500" cy="9449910"/>
          </a:xfrm>
        </p:grpSpPr>
        <p:sp>
          <p:nvSpPr>
            <p:cNvPr id="523" name="Google Shape;523;gf2c60f424f_2_283"/>
            <p:cNvSpPr txBox="1"/>
            <p:nvPr/>
          </p:nvSpPr>
          <p:spPr>
            <a:xfrm>
              <a:off x="0" y="-38100"/>
              <a:ext cx="77565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gf2c60f424f_2_283"/>
            <p:cNvSpPr txBox="1"/>
            <p:nvPr/>
          </p:nvSpPr>
          <p:spPr>
            <a:xfrm>
              <a:off x="0" y="1043010"/>
              <a:ext cx="7756500" cy="836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317500" lvl="0" marL="457200" marR="0" rtl="0" algn="l">
                <a:lnSpc>
                  <a:spcPct val="139966"/>
                </a:lnSpc>
                <a:spcBef>
                  <a:spcPts val="0"/>
                </a:spcBef>
                <a:spcAft>
                  <a:spcPts val="0"/>
                </a:spcAft>
                <a:buSzPts val="1400"/>
                <a:buChar char="-"/>
              </a:pPr>
              <a:r>
                <a:rPr lang="en-US" sz="2999" u="sng">
                  <a:solidFill>
                    <a:schemeClr val="hlink"/>
                  </a:solidFill>
                  <a:latin typeface="VT323"/>
                  <a:ea typeface="VT323"/>
                  <a:cs typeface="VT323"/>
                  <a:sym typeface="VT323"/>
                  <a:hlinkClick r:id="rId3"/>
                </a:rPr>
                <a:t>https://docs.oracle.com/javase/8/javafx/user-interface-tutorial</a:t>
              </a:r>
              <a:endParaRPr sz="2999">
                <a:solidFill>
                  <a:srgbClr val="2938FA"/>
                </a:solidFill>
                <a:latin typeface="VT323"/>
                <a:ea typeface="VT323"/>
                <a:cs typeface="VT323"/>
                <a:sym typeface="VT323"/>
              </a:endParaRPr>
            </a:p>
            <a:p>
              <a:pPr indent="0" lvl="0" marL="0" marR="0" rtl="0" algn="l">
                <a:lnSpc>
                  <a:spcPct val="139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99">
                <a:solidFill>
                  <a:srgbClr val="2938FA"/>
                </a:solidFill>
                <a:latin typeface="VT323"/>
                <a:ea typeface="VT323"/>
                <a:cs typeface="VT323"/>
                <a:sym typeface="VT323"/>
              </a:endParaRPr>
            </a:p>
            <a:p>
              <a:pPr indent="-419036" lvl="0" marL="457200" marR="0" rtl="0" algn="l">
                <a:lnSpc>
                  <a:spcPct val="139966"/>
                </a:lnSpc>
                <a:spcBef>
                  <a:spcPts val="0"/>
                </a:spcBef>
                <a:spcAft>
                  <a:spcPts val="0"/>
                </a:spcAft>
                <a:buClr>
                  <a:srgbClr val="2938FA"/>
                </a:buClr>
                <a:buSzPts val="2999"/>
                <a:buFont typeface="VT323"/>
                <a:buChar char="-"/>
              </a:pPr>
              <a:r>
                <a:rPr lang="en-US" sz="2999" u="sng">
                  <a:solidFill>
                    <a:schemeClr val="hlink"/>
                  </a:solidFill>
                  <a:latin typeface="VT323"/>
                  <a:ea typeface="VT323"/>
                  <a:cs typeface="VT323"/>
                  <a:sym typeface="VT323"/>
                  <a:hlinkClick r:id="rId4"/>
                </a:rPr>
                <a:t>https://docs.oracle.com/javase/8/javafx/api/javafx</a:t>
              </a:r>
              <a:endParaRPr sz="2999">
                <a:solidFill>
                  <a:srgbClr val="2938FA"/>
                </a:solidFill>
                <a:latin typeface="VT323"/>
                <a:ea typeface="VT323"/>
                <a:cs typeface="VT323"/>
                <a:sym typeface="VT323"/>
              </a:endParaRPr>
            </a:p>
            <a:p>
              <a:pPr indent="0" lvl="0" marL="0" marR="0" rtl="0" algn="l">
                <a:lnSpc>
                  <a:spcPct val="139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99">
                <a:solidFill>
                  <a:srgbClr val="2938FA"/>
                </a:solidFill>
                <a:latin typeface="VT323"/>
                <a:ea typeface="VT323"/>
                <a:cs typeface="VT323"/>
                <a:sym typeface="VT323"/>
              </a:endParaRPr>
            </a:p>
            <a:p>
              <a:pPr indent="-419036" lvl="0" marL="457200" marR="0" rtl="0" algn="l">
                <a:lnSpc>
                  <a:spcPct val="139966"/>
                </a:lnSpc>
                <a:spcBef>
                  <a:spcPts val="0"/>
                </a:spcBef>
                <a:spcAft>
                  <a:spcPts val="0"/>
                </a:spcAft>
                <a:buClr>
                  <a:srgbClr val="2938FA"/>
                </a:buClr>
                <a:buSzPts val="2999"/>
                <a:buFont typeface="VT323"/>
                <a:buChar char="-"/>
              </a:pPr>
              <a:r>
                <a:rPr lang="en-US" sz="2999" u="sng">
                  <a:solidFill>
                    <a:schemeClr val="hlink"/>
                  </a:solidFill>
                  <a:latin typeface="VT323"/>
                  <a:ea typeface="VT323"/>
                  <a:cs typeface="VT323"/>
                  <a:sym typeface="VT323"/>
                  <a:hlinkClick r:id="rId5"/>
                </a:rPr>
                <a:t>https://www.tutorialspoint.com/javafx</a:t>
              </a:r>
              <a:endParaRPr sz="2999">
                <a:solidFill>
                  <a:srgbClr val="2938FA"/>
                </a:solidFill>
                <a:latin typeface="VT323"/>
                <a:ea typeface="VT323"/>
                <a:cs typeface="VT323"/>
                <a:sym typeface="VT323"/>
              </a:endParaRPr>
            </a:p>
            <a:p>
              <a:pPr indent="0" lvl="0" marL="0" marR="0" rtl="0" algn="l">
                <a:lnSpc>
                  <a:spcPct val="139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99">
                <a:solidFill>
                  <a:srgbClr val="2938FA"/>
                </a:solidFill>
                <a:latin typeface="VT323"/>
                <a:ea typeface="VT323"/>
                <a:cs typeface="VT323"/>
                <a:sym typeface="VT323"/>
              </a:endParaRPr>
            </a:p>
            <a:p>
              <a:pPr indent="0" lvl="0" marL="0" marR="0" rtl="0" algn="l">
                <a:lnSpc>
                  <a:spcPct val="139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999">
                <a:solidFill>
                  <a:srgbClr val="2938FA"/>
                </a:solidFill>
                <a:latin typeface="VT323"/>
                <a:ea typeface="VT323"/>
                <a:cs typeface="VT323"/>
                <a:sym typeface="VT323"/>
              </a:endParaRPr>
            </a:p>
          </p:txBody>
        </p:sp>
      </p:grpSp>
      <p:sp>
        <p:nvSpPr>
          <p:cNvPr id="525" name="Google Shape;525;gf2c60f424f_2_283"/>
          <p:cNvSpPr/>
          <p:nvPr/>
        </p:nvSpPr>
        <p:spPr>
          <a:xfrm>
            <a:off x="79574" y="77531"/>
            <a:ext cx="1856432" cy="450661"/>
          </a:xfrm>
          <a:prstGeom prst="rect">
            <a:avLst/>
          </a:prstGeom>
          <a:solidFill>
            <a:srgbClr val="F1A5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26" name="Google Shape;526;gf2c60f424f_2_28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3847" y="-289657"/>
            <a:ext cx="1185037" cy="1185037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gf2c60f424f_2_283"/>
          <p:cNvSpPr/>
          <p:nvPr/>
        </p:nvSpPr>
        <p:spPr>
          <a:xfrm>
            <a:off x="0" y="0"/>
            <a:ext cx="18288000" cy="620841"/>
          </a:xfrm>
          <a:custGeom>
            <a:rect b="b" l="l" r="r" t="t"/>
            <a:pathLst>
              <a:path extrusionOk="0" h="449453" w="13239462">
                <a:moveTo>
                  <a:pt x="0" y="0"/>
                </a:moveTo>
                <a:lnTo>
                  <a:pt x="0" y="449453"/>
                </a:lnTo>
                <a:lnTo>
                  <a:pt x="13239462" y="449453"/>
                </a:lnTo>
                <a:lnTo>
                  <a:pt x="13239462" y="0"/>
                </a:lnTo>
                <a:lnTo>
                  <a:pt x="0" y="0"/>
                </a:lnTo>
                <a:close/>
                <a:moveTo>
                  <a:pt x="13178501" y="388493"/>
                </a:moveTo>
                <a:lnTo>
                  <a:pt x="59690" y="388493"/>
                </a:lnTo>
                <a:lnTo>
                  <a:pt x="59690" y="59690"/>
                </a:lnTo>
                <a:lnTo>
                  <a:pt x="13178501" y="59690"/>
                </a:lnTo>
                <a:lnTo>
                  <a:pt x="13178501" y="388493"/>
                </a:lnTo>
                <a:close/>
              </a:path>
            </a:pathLst>
          </a:custGeom>
          <a:solidFill>
            <a:srgbClr val="2938FA"/>
          </a:solidFill>
          <a:ln>
            <a:noFill/>
          </a:ln>
        </p:spPr>
      </p:sp>
      <p:sp>
        <p:nvSpPr>
          <p:cNvPr id="528" name="Google Shape;528;gf2c60f424f_2_283"/>
          <p:cNvSpPr/>
          <p:nvPr/>
        </p:nvSpPr>
        <p:spPr>
          <a:xfrm>
            <a:off x="0" y="0"/>
            <a:ext cx="2021305" cy="10287000"/>
          </a:xfrm>
          <a:custGeom>
            <a:rect b="b" l="l" r="r" t="t"/>
            <a:pathLst>
              <a:path extrusionOk="0" h="7447197" w="1463309">
                <a:moveTo>
                  <a:pt x="0" y="0"/>
                </a:moveTo>
                <a:lnTo>
                  <a:pt x="0" y="7447197"/>
                </a:lnTo>
                <a:lnTo>
                  <a:pt x="1463309" y="7447197"/>
                </a:lnTo>
                <a:lnTo>
                  <a:pt x="1463309" y="0"/>
                </a:lnTo>
                <a:lnTo>
                  <a:pt x="0" y="0"/>
                </a:lnTo>
                <a:close/>
                <a:moveTo>
                  <a:pt x="1402349" y="7386237"/>
                </a:moveTo>
                <a:lnTo>
                  <a:pt x="59690" y="7386237"/>
                </a:lnTo>
                <a:lnTo>
                  <a:pt x="59690" y="59690"/>
                </a:lnTo>
                <a:lnTo>
                  <a:pt x="1402349" y="59690"/>
                </a:lnTo>
                <a:lnTo>
                  <a:pt x="1402349" y="7386237"/>
                </a:lnTo>
                <a:close/>
              </a:path>
            </a:pathLst>
          </a:custGeom>
          <a:solidFill>
            <a:srgbClr val="2938FA"/>
          </a:solidFill>
          <a:ln>
            <a:noFill/>
          </a:ln>
        </p:spPr>
      </p:sp>
      <p:grpSp>
        <p:nvGrpSpPr>
          <p:cNvPr id="529" name="Google Shape;529;gf2c60f424f_2_283"/>
          <p:cNvGrpSpPr/>
          <p:nvPr/>
        </p:nvGrpSpPr>
        <p:grpSpPr>
          <a:xfrm>
            <a:off x="-1213612" y="620841"/>
            <a:ext cx="3234918" cy="9666160"/>
            <a:chOff x="0" y="0"/>
            <a:chExt cx="4313225" cy="12888213"/>
          </a:xfrm>
        </p:grpSpPr>
        <p:pic>
          <p:nvPicPr>
            <p:cNvPr id="530" name="Google Shape;530;gf2c60f424f_2_28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0" y="0"/>
              <a:ext cx="4313225" cy="4313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1" name="Google Shape;531;gf2c60f424f_2_28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0" y="4287494"/>
              <a:ext cx="4313225" cy="4313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2" name="Google Shape;532;gf2c60f424f_2_28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0" y="8574988"/>
              <a:ext cx="4313225" cy="43132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33" name="Google Shape;533;gf2c60f424f_2_283"/>
          <p:cNvSpPr txBox="1"/>
          <p:nvPr/>
        </p:nvSpPr>
        <p:spPr>
          <a:xfrm>
            <a:off x="4531392" y="161936"/>
            <a:ext cx="134694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00">
                <a:solidFill>
                  <a:srgbClr val="2938FA"/>
                </a:solidFill>
              </a:rPr>
              <a:t>JavaFX GUI Components (2) • Sep. 27, 2021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2938FA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